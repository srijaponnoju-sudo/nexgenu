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5"/>
  </p:notesMasterIdLst>
  <p:sldIdLst>
    <p:sldId id="264" r:id="rId2"/>
    <p:sldId id="256" r:id="rId3"/>
    <p:sldId id="258" r:id="rId4"/>
    <p:sldId id="257" r:id="rId5"/>
    <p:sldId id="267" r:id="rId6"/>
    <p:sldId id="265" r:id="rId7"/>
    <p:sldId id="283" r:id="rId8"/>
    <p:sldId id="281" r:id="rId9"/>
    <p:sldId id="282" r:id="rId10"/>
    <p:sldId id="274" r:id="rId11"/>
    <p:sldId id="276" r:id="rId12"/>
    <p:sldId id="277" r:id="rId13"/>
    <p:sldId id="278" r:id="rId14"/>
    <p:sldId id="279" r:id="rId15"/>
    <p:sldId id="268" r:id="rId16"/>
    <p:sldId id="271" r:id="rId17"/>
    <p:sldId id="269" r:id="rId18"/>
    <p:sldId id="259" r:id="rId19"/>
    <p:sldId id="273" r:id="rId20"/>
    <p:sldId id="272" r:id="rId21"/>
    <p:sldId id="266" r:id="rId22"/>
    <p:sldId id="275" r:id="rId23"/>
    <p:sldId id="270" r:id="rId24"/>
  </p:sldIdLst>
  <p:sldSz cx="9144000" cy="5143500" type="screen16x9"/>
  <p:notesSz cx="5143500" cy="9144000"/>
  <p:embeddedFontLst>
    <p:embeddedFont>
      <p:font typeface="Arimo" panose="020B0604020202020204" charset="0"/>
      <p:regular r:id="rId26"/>
    </p:embeddedFont>
    <p:embeddedFont>
      <p:font typeface="Mona Sans" panose="020B0604020202020204" charset="0"/>
      <p:regular r:id="rId27"/>
    </p:embeddedFont>
    <p:embeddedFont>
      <p:font typeface="Mona Sans SemiBold" panose="020B0604020202020204" charset="0"/>
      <p:regular r:id="rId28"/>
    </p:embeddedFont>
    <p:embeddedFont>
      <p:font typeface="Ovo" panose="020B0604020202020204" charset="0"/>
      <p:regular r:id="rId29"/>
    </p:embeddedFont>
    <p:embeddedFont>
      <p:font typeface="Schibsted Grotesk" panose="020B0604020202020204" charset="0"/>
      <p:regular r:id="rId30"/>
    </p:embeddedFont>
    <p:embeddedFont>
      <p:font typeface="Syne Bold"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E6F8"/>
    <a:srgbClr val="948BE2"/>
    <a:srgbClr val="09122B"/>
    <a:srgbClr val="EED8DD"/>
    <a:srgbClr val="5678F0"/>
    <a:srgbClr val="B8C1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5" d="100"/>
          <a:sy n="125" d="100"/>
        </p:scale>
        <p:origin x="226" y="-33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k1362002@gmail.com" userId="8e543dcdff409a94" providerId="LiveId" clId="{0DD98917-30A8-4FF1-9C82-725D671A56A7}"/>
    <pc:docChg chg="undo custSel addSld delSld modSld sldOrd modMainMaster">
      <pc:chgData name="hk1362002@gmail.com" userId="8e543dcdff409a94" providerId="LiveId" clId="{0DD98917-30A8-4FF1-9C82-725D671A56A7}" dt="2026-05-26T16:40:23.934" v="2177" actId="1076"/>
      <pc:docMkLst>
        <pc:docMk/>
      </pc:docMkLst>
      <pc:sldChg chg="modSp mod">
        <pc:chgData name="hk1362002@gmail.com" userId="8e543dcdff409a94" providerId="LiveId" clId="{0DD98917-30A8-4FF1-9C82-725D671A56A7}" dt="2026-05-23T20:08:53.537" v="15" actId="1076"/>
        <pc:sldMkLst>
          <pc:docMk/>
          <pc:sldMk cId="0" sldId="256"/>
        </pc:sldMkLst>
        <pc:spChg chg="mod">
          <ac:chgData name="hk1362002@gmail.com" userId="8e543dcdff409a94" providerId="LiveId" clId="{0DD98917-30A8-4FF1-9C82-725D671A56A7}" dt="2026-05-23T20:07:59.896" v="0" actId="14100"/>
          <ac:spMkLst>
            <pc:docMk/>
            <pc:sldMk cId="0" sldId="256"/>
            <ac:spMk id="3" creationId="{00000000-0000-0000-0000-000000000000}"/>
          </ac:spMkLst>
        </pc:spChg>
        <pc:spChg chg="mod">
          <ac:chgData name="hk1362002@gmail.com" userId="8e543dcdff409a94" providerId="LiveId" clId="{0DD98917-30A8-4FF1-9C82-725D671A56A7}" dt="2026-05-23T20:08:15.214" v="6" actId="122"/>
          <ac:spMkLst>
            <pc:docMk/>
            <pc:sldMk cId="0" sldId="256"/>
            <ac:spMk id="4" creationId="{00000000-0000-0000-0000-000000000000}"/>
          </ac:spMkLst>
        </pc:spChg>
        <pc:spChg chg="mod">
          <ac:chgData name="hk1362002@gmail.com" userId="8e543dcdff409a94" providerId="LiveId" clId="{0DD98917-30A8-4FF1-9C82-725D671A56A7}" dt="2026-05-23T20:08:26.880" v="8" actId="14100"/>
          <ac:spMkLst>
            <pc:docMk/>
            <pc:sldMk cId="0" sldId="256"/>
            <ac:spMk id="5" creationId="{00000000-0000-0000-0000-000000000000}"/>
          </ac:spMkLst>
        </pc:spChg>
        <pc:spChg chg="mod">
          <ac:chgData name="hk1362002@gmail.com" userId="8e543dcdff409a94" providerId="LiveId" clId="{0DD98917-30A8-4FF1-9C82-725D671A56A7}" dt="2026-05-23T20:08:53.537" v="15" actId="1076"/>
          <ac:spMkLst>
            <pc:docMk/>
            <pc:sldMk cId="0" sldId="256"/>
            <ac:spMk id="6" creationId="{00000000-0000-0000-0000-000000000000}"/>
          </ac:spMkLst>
        </pc:spChg>
      </pc:sldChg>
      <pc:sldChg chg="addSp delSp modSp mod">
        <pc:chgData name="hk1362002@gmail.com" userId="8e543dcdff409a94" providerId="LiveId" clId="{0DD98917-30A8-4FF1-9C82-725D671A56A7}" dt="2026-05-24T07:28:54.274" v="1914" actId="20577"/>
        <pc:sldMkLst>
          <pc:docMk/>
          <pc:sldMk cId="0" sldId="257"/>
        </pc:sldMkLst>
        <pc:spChg chg="add mod">
          <ac:chgData name="hk1362002@gmail.com" userId="8e543dcdff409a94" providerId="LiveId" clId="{0DD98917-30A8-4FF1-9C82-725D671A56A7}" dt="2026-05-24T07:28:54.274" v="1914" actId="20577"/>
          <ac:spMkLst>
            <pc:docMk/>
            <pc:sldMk cId="0" sldId="257"/>
            <ac:spMk id="2" creationId="{0D63200E-4799-11CE-EA00-D68D01FA5C69}"/>
          </ac:spMkLst>
        </pc:spChg>
        <pc:spChg chg="mod">
          <ac:chgData name="hk1362002@gmail.com" userId="8e543dcdff409a94" providerId="LiveId" clId="{0DD98917-30A8-4FF1-9C82-725D671A56A7}" dt="2026-05-24T05:58:55.901" v="937" actId="1076"/>
          <ac:spMkLst>
            <pc:docMk/>
            <pc:sldMk cId="0" sldId="257"/>
            <ac:spMk id="5" creationId="{00000000-0000-0000-0000-000000000000}"/>
          </ac:spMkLst>
        </pc:spChg>
      </pc:sldChg>
      <pc:sldChg chg="addSp delSp modSp mod ord">
        <pc:chgData name="hk1362002@gmail.com" userId="8e543dcdff409a94" providerId="LiveId" clId="{0DD98917-30A8-4FF1-9C82-725D671A56A7}" dt="2026-05-24T06:43:01.394" v="1469"/>
        <pc:sldMkLst>
          <pc:docMk/>
          <pc:sldMk cId="0" sldId="258"/>
        </pc:sldMkLst>
        <pc:spChg chg="mod">
          <ac:chgData name="hk1362002@gmail.com" userId="8e543dcdff409a94" providerId="LiveId" clId="{0DD98917-30A8-4FF1-9C82-725D671A56A7}" dt="2026-05-23T20:21:48.664" v="102" actId="20577"/>
          <ac:spMkLst>
            <pc:docMk/>
            <pc:sldMk cId="0" sldId="258"/>
            <ac:spMk id="5" creationId="{00000000-0000-0000-0000-000000000000}"/>
          </ac:spMkLst>
        </pc:spChg>
        <pc:spChg chg="mod">
          <ac:chgData name="hk1362002@gmail.com" userId="8e543dcdff409a94" providerId="LiveId" clId="{0DD98917-30A8-4FF1-9C82-725D671A56A7}" dt="2026-05-23T20:26:00.851" v="142" actId="1076"/>
          <ac:spMkLst>
            <pc:docMk/>
            <pc:sldMk cId="0" sldId="258"/>
            <ac:spMk id="6" creationId="{00000000-0000-0000-0000-000000000000}"/>
          </ac:spMkLst>
        </pc:spChg>
        <pc:spChg chg="mod">
          <ac:chgData name="hk1362002@gmail.com" userId="8e543dcdff409a94" providerId="LiveId" clId="{0DD98917-30A8-4FF1-9C82-725D671A56A7}" dt="2026-05-23T20:26:24.437" v="144" actId="1076"/>
          <ac:spMkLst>
            <pc:docMk/>
            <pc:sldMk cId="0" sldId="258"/>
            <ac:spMk id="7" creationId="{00000000-0000-0000-0000-000000000000}"/>
          </ac:spMkLst>
        </pc:spChg>
        <pc:spChg chg="mod">
          <ac:chgData name="hk1362002@gmail.com" userId="8e543dcdff409a94" providerId="LiveId" clId="{0DD98917-30A8-4FF1-9C82-725D671A56A7}" dt="2026-05-23T20:27:35.589" v="165" actId="1076"/>
          <ac:spMkLst>
            <pc:docMk/>
            <pc:sldMk cId="0" sldId="258"/>
            <ac:spMk id="8" creationId="{00000000-0000-0000-0000-000000000000}"/>
          </ac:spMkLst>
        </pc:spChg>
        <pc:spChg chg="mod">
          <ac:chgData name="hk1362002@gmail.com" userId="8e543dcdff409a94" providerId="LiveId" clId="{0DD98917-30A8-4FF1-9C82-725D671A56A7}" dt="2026-05-23T20:25:30.247" v="136" actId="1076"/>
          <ac:spMkLst>
            <pc:docMk/>
            <pc:sldMk cId="0" sldId="258"/>
            <ac:spMk id="9" creationId="{00000000-0000-0000-0000-000000000000}"/>
          </ac:spMkLst>
        </pc:spChg>
        <pc:spChg chg="mod">
          <ac:chgData name="hk1362002@gmail.com" userId="8e543dcdff409a94" providerId="LiveId" clId="{0DD98917-30A8-4FF1-9C82-725D671A56A7}" dt="2026-05-23T20:25:17.734" v="135" actId="1076"/>
          <ac:spMkLst>
            <pc:docMk/>
            <pc:sldMk cId="0" sldId="258"/>
            <ac:spMk id="10" creationId="{00000000-0000-0000-0000-000000000000}"/>
          </ac:spMkLst>
        </pc:spChg>
        <pc:spChg chg="mod">
          <ac:chgData name="hk1362002@gmail.com" userId="8e543dcdff409a94" providerId="LiveId" clId="{0DD98917-30A8-4FF1-9C82-725D671A56A7}" dt="2026-05-23T20:27:46.956" v="166" actId="1076"/>
          <ac:spMkLst>
            <pc:docMk/>
            <pc:sldMk cId="0" sldId="258"/>
            <ac:spMk id="12" creationId="{00000000-0000-0000-0000-000000000000}"/>
          </ac:spMkLst>
        </pc:spChg>
        <pc:spChg chg="mod">
          <ac:chgData name="hk1362002@gmail.com" userId="8e543dcdff409a94" providerId="LiveId" clId="{0DD98917-30A8-4FF1-9C82-725D671A56A7}" dt="2026-05-23T20:27:55.255" v="167" actId="1076"/>
          <ac:spMkLst>
            <pc:docMk/>
            <pc:sldMk cId="0" sldId="258"/>
            <ac:spMk id="13" creationId="{00000000-0000-0000-0000-000000000000}"/>
          </ac:spMkLst>
        </pc:spChg>
        <pc:spChg chg="mod">
          <ac:chgData name="hk1362002@gmail.com" userId="8e543dcdff409a94" providerId="LiveId" clId="{0DD98917-30A8-4FF1-9C82-725D671A56A7}" dt="2026-05-23T20:29:21" v="176" actId="1076"/>
          <ac:spMkLst>
            <pc:docMk/>
            <pc:sldMk cId="0" sldId="258"/>
            <ac:spMk id="14" creationId="{00000000-0000-0000-0000-000000000000}"/>
          </ac:spMkLst>
        </pc:spChg>
        <pc:spChg chg="mod">
          <ac:chgData name="hk1362002@gmail.com" userId="8e543dcdff409a94" providerId="LiveId" clId="{0DD98917-30A8-4FF1-9C82-725D671A56A7}" dt="2026-05-23T20:28:10.621" v="168" actId="1076"/>
          <ac:spMkLst>
            <pc:docMk/>
            <pc:sldMk cId="0" sldId="258"/>
            <ac:spMk id="15" creationId="{00000000-0000-0000-0000-000000000000}"/>
          </ac:spMkLst>
        </pc:spChg>
        <pc:spChg chg="mod">
          <ac:chgData name="hk1362002@gmail.com" userId="8e543dcdff409a94" providerId="LiveId" clId="{0DD98917-30A8-4FF1-9C82-725D671A56A7}" dt="2026-05-23T20:28:16.961" v="169" actId="1076"/>
          <ac:spMkLst>
            <pc:docMk/>
            <pc:sldMk cId="0" sldId="258"/>
            <ac:spMk id="16" creationId="{00000000-0000-0000-0000-000000000000}"/>
          </ac:spMkLst>
        </pc:spChg>
        <pc:spChg chg="mod">
          <ac:chgData name="hk1362002@gmail.com" userId="8e543dcdff409a94" providerId="LiveId" clId="{0DD98917-30A8-4FF1-9C82-725D671A56A7}" dt="2026-05-23T20:30:55.728" v="278" actId="1076"/>
          <ac:spMkLst>
            <pc:docMk/>
            <pc:sldMk cId="0" sldId="258"/>
            <ac:spMk id="17" creationId="{00000000-0000-0000-0000-000000000000}"/>
          </ac:spMkLst>
        </pc:spChg>
        <pc:spChg chg="mod">
          <ac:chgData name="hk1362002@gmail.com" userId="8e543dcdff409a94" providerId="LiveId" clId="{0DD98917-30A8-4FF1-9C82-725D671A56A7}" dt="2026-05-23T20:20:25.293" v="93" actId="1076"/>
          <ac:spMkLst>
            <pc:docMk/>
            <pc:sldMk cId="0" sldId="258"/>
            <ac:spMk id="19" creationId="{E32F48EE-2482-99F0-7A47-BC917FC7A53A}"/>
          </ac:spMkLst>
        </pc:spChg>
        <pc:spChg chg="add mod">
          <ac:chgData name="hk1362002@gmail.com" userId="8e543dcdff409a94" providerId="LiveId" clId="{0DD98917-30A8-4FF1-9C82-725D671A56A7}" dt="2026-05-23T20:27:05.777" v="154" actId="404"/>
          <ac:spMkLst>
            <pc:docMk/>
            <pc:sldMk cId="0" sldId="258"/>
            <ac:spMk id="20" creationId="{2FC7FED9-402A-463E-157D-D0A22BC7CFA4}"/>
          </ac:spMkLst>
        </pc:spChg>
      </pc:sldChg>
      <pc:sldChg chg="modSp mod">
        <pc:chgData name="hk1362002@gmail.com" userId="8e543dcdff409a94" providerId="LiveId" clId="{0DD98917-30A8-4FF1-9C82-725D671A56A7}" dt="2026-05-24T06:01:20.459" v="945" actId="1036"/>
        <pc:sldMkLst>
          <pc:docMk/>
          <pc:sldMk cId="885611375" sldId="266"/>
        </pc:sldMkLst>
        <pc:spChg chg="mod">
          <ac:chgData name="hk1362002@gmail.com" userId="8e543dcdff409a94" providerId="LiveId" clId="{0DD98917-30A8-4FF1-9C82-725D671A56A7}" dt="2026-05-24T05:22:40.654" v="281" actId="1076"/>
          <ac:spMkLst>
            <pc:docMk/>
            <pc:sldMk cId="885611375" sldId="266"/>
            <ac:spMk id="5" creationId="{2E5198DE-45A3-19B9-0B57-78BBC66573C9}"/>
          </ac:spMkLst>
        </pc:spChg>
        <pc:spChg chg="mod">
          <ac:chgData name="hk1362002@gmail.com" userId="8e543dcdff409a94" providerId="LiveId" clId="{0DD98917-30A8-4FF1-9C82-725D671A56A7}" dt="2026-05-24T06:01:20.459" v="945" actId="1036"/>
          <ac:spMkLst>
            <pc:docMk/>
            <pc:sldMk cId="885611375" sldId="266"/>
            <ac:spMk id="22" creationId="{EB830544-A03D-5DB5-4806-FB32BED86BC5}"/>
          </ac:spMkLst>
        </pc:spChg>
      </pc:sldChg>
      <pc:sldChg chg="addSp delSp modSp mod">
        <pc:chgData name="hk1362002@gmail.com" userId="8e543dcdff409a94" providerId="LiveId" clId="{0DD98917-30A8-4FF1-9C82-725D671A56A7}" dt="2026-05-26T16:40:23.934" v="2177" actId="1076"/>
        <pc:sldMkLst>
          <pc:docMk/>
          <pc:sldMk cId="767940877" sldId="267"/>
        </pc:sldMkLst>
        <pc:spChg chg="add mod">
          <ac:chgData name="hk1362002@gmail.com" userId="8e543dcdff409a94" providerId="LiveId" clId="{0DD98917-30A8-4FF1-9C82-725D671A56A7}" dt="2026-05-26T16:40:13.080" v="2176" actId="1076"/>
          <ac:spMkLst>
            <pc:docMk/>
            <pc:sldMk cId="767940877" sldId="267"/>
            <ac:spMk id="3" creationId="{9841A703-72F9-72B5-713C-1DF7CA15FFFB}"/>
          </ac:spMkLst>
        </pc:spChg>
        <pc:spChg chg="mod">
          <ac:chgData name="hk1362002@gmail.com" userId="8e543dcdff409a94" providerId="LiveId" clId="{0DD98917-30A8-4FF1-9C82-725D671A56A7}" dt="2026-05-26T16:40:23.934" v="2177" actId="1076"/>
          <ac:spMkLst>
            <pc:docMk/>
            <pc:sldMk cId="767940877" sldId="267"/>
            <ac:spMk id="5" creationId="{5D8ECFE4-14ED-A69A-0EE4-B13CD42BCBC9}"/>
          </ac:spMkLst>
        </pc:spChg>
        <pc:spChg chg="del">
          <ac:chgData name="hk1362002@gmail.com" userId="8e543dcdff409a94" providerId="LiveId" clId="{0DD98917-30A8-4FF1-9C82-725D671A56A7}" dt="2026-05-26T16:40:06.977" v="2175" actId="478"/>
          <ac:spMkLst>
            <pc:docMk/>
            <pc:sldMk cId="767940877" sldId="267"/>
            <ac:spMk id="6" creationId="{0AE64DB5-C840-2FEB-F148-E9B139D3E4F9}"/>
          </ac:spMkLst>
        </pc:spChg>
        <pc:spChg chg="del">
          <ac:chgData name="hk1362002@gmail.com" userId="8e543dcdff409a94" providerId="LiveId" clId="{0DD98917-30A8-4FF1-9C82-725D671A56A7}" dt="2026-05-26T16:35:29.150" v="2157" actId="478"/>
          <ac:spMkLst>
            <pc:docMk/>
            <pc:sldMk cId="767940877" sldId="267"/>
            <ac:spMk id="7" creationId="{5AB8400C-3E16-5DF6-C721-C0B5344140D8}"/>
          </ac:spMkLst>
        </pc:spChg>
        <pc:spChg chg="del">
          <ac:chgData name="hk1362002@gmail.com" userId="8e543dcdff409a94" providerId="LiveId" clId="{0DD98917-30A8-4FF1-9C82-725D671A56A7}" dt="2026-05-26T16:35:32.600" v="2158" actId="478"/>
          <ac:spMkLst>
            <pc:docMk/>
            <pc:sldMk cId="767940877" sldId="267"/>
            <ac:spMk id="8" creationId="{6681C961-0392-4ABD-D277-B8C0A768E9CD}"/>
          </ac:spMkLst>
        </pc:spChg>
        <pc:spChg chg="del">
          <ac:chgData name="hk1362002@gmail.com" userId="8e543dcdff409a94" providerId="LiveId" clId="{0DD98917-30A8-4FF1-9C82-725D671A56A7}" dt="2026-05-26T16:40:04.615" v="2174" actId="478"/>
          <ac:spMkLst>
            <pc:docMk/>
            <pc:sldMk cId="767940877" sldId="267"/>
            <ac:spMk id="9" creationId="{13644010-ED8E-D3B3-48F0-9B6A39FF3F38}"/>
          </ac:spMkLst>
        </pc:spChg>
        <pc:spChg chg="del">
          <ac:chgData name="hk1362002@gmail.com" userId="8e543dcdff409a94" providerId="LiveId" clId="{0DD98917-30A8-4FF1-9C82-725D671A56A7}" dt="2026-05-26T16:35:35.873" v="2159" actId="478"/>
          <ac:spMkLst>
            <pc:docMk/>
            <pc:sldMk cId="767940877" sldId="267"/>
            <ac:spMk id="10" creationId="{1031AEBF-AE85-9E3A-1A7E-4AA8C62CF50F}"/>
          </ac:spMkLst>
        </pc:spChg>
        <pc:spChg chg="del">
          <ac:chgData name="hk1362002@gmail.com" userId="8e543dcdff409a94" providerId="LiveId" clId="{0DD98917-30A8-4FF1-9C82-725D671A56A7}" dt="2026-05-26T16:35:38.817" v="2160" actId="478"/>
          <ac:spMkLst>
            <pc:docMk/>
            <pc:sldMk cId="767940877" sldId="267"/>
            <ac:spMk id="11" creationId="{1E3CB856-E282-52EE-B302-43D6CBE7A9A3}"/>
          </ac:spMkLst>
        </pc:spChg>
        <pc:spChg chg="del">
          <ac:chgData name="hk1362002@gmail.com" userId="8e543dcdff409a94" providerId="LiveId" clId="{0DD98917-30A8-4FF1-9C82-725D671A56A7}" dt="2026-05-26T16:40:02.640" v="2173" actId="478"/>
          <ac:spMkLst>
            <pc:docMk/>
            <pc:sldMk cId="767940877" sldId="267"/>
            <ac:spMk id="12" creationId="{5F9A8A94-3342-F582-9E43-29C4FCF7F980}"/>
          </ac:spMkLst>
        </pc:spChg>
        <pc:spChg chg="del">
          <ac:chgData name="hk1362002@gmail.com" userId="8e543dcdff409a94" providerId="LiveId" clId="{0DD98917-30A8-4FF1-9C82-725D671A56A7}" dt="2026-05-26T16:35:42.253" v="2161" actId="478"/>
          <ac:spMkLst>
            <pc:docMk/>
            <pc:sldMk cId="767940877" sldId="267"/>
            <ac:spMk id="13" creationId="{49A88708-807F-9171-66D7-9B929E7A9F70}"/>
          </ac:spMkLst>
        </pc:spChg>
        <pc:spChg chg="del">
          <ac:chgData name="hk1362002@gmail.com" userId="8e543dcdff409a94" providerId="LiveId" clId="{0DD98917-30A8-4FF1-9C82-725D671A56A7}" dt="2026-05-26T16:35:45.421" v="2162" actId="478"/>
          <ac:spMkLst>
            <pc:docMk/>
            <pc:sldMk cId="767940877" sldId="267"/>
            <ac:spMk id="14" creationId="{5F6216F5-79BA-DAEE-CC52-D2DCCB87C190}"/>
          </ac:spMkLst>
        </pc:spChg>
      </pc:sldChg>
      <pc:sldChg chg="modSp mod">
        <pc:chgData name="hk1362002@gmail.com" userId="8e543dcdff409a94" providerId="LiveId" clId="{0DD98917-30A8-4FF1-9C82-725D671A56A7}" dt="2026-05-23T20:09:20.565" v="16" actId="207"/>
        <pc:sldMkLst>
          <pc:docMk/>
          <pc:sldMk cId="0" sldId="271"/>
        </pc:sldMkLst>
        <pc:spChg chg="mod">
          <ac:chgData name="hk1362002@gmail.com" userId="8e543dcdff409a94" providerId="LiveId" clId="{0DD98917-30A8-4FF1-9C82-725D671A56A7}" dt="2026-05-23T20:09:20.565" v="16" actId="207"/>
          <ac:spMkLst>
            <pc:docMk/>
            <pc:sldMk cId="0" sldId="271"/>
            <ac:spMk id="2" creationId="{00000000-0000-0000-0000-000000000000}"/>
          </ac:spMkLst>
        </pc:spChg>
      </pc:sldChg>
      <pc:sldChg chg="addSp delSp modSp new mod ord modAnim">
        <pc:chgData name="hk1362002@gmail.com" userId="8e543dcdff409a94" providerId="LiveId" clId="{0DD98917-30A8-4FF1-9C82-725D671A56A7}" dt="2026-05-24T05:52:42.989" v="880"/>
        <pc:sldMkLst>
          <pc:docMk/>
          <pc:sldMk cId="3199310110" sldId="272"/>
        </pc:sldMkLst>
        <pc:spChg chg="add mod">
          <ac:chgData name="hk1362002@gmail.com" userId="8e543dcdff409a94" providerId="LiveId" clId="{0DD98917-30A8-4FF1-9C82-725D671A56A7}" dt="2026-05-24T05:37:26.793" v="297"/>
          <ac:spMkLst>
            <pc:docMk/>
            <pc:sldMk cId="3199310110" sldId="272"/>
            <ac:spMk id="3" creationId="{8A12495B-439C-C3C6-5C0D-274A0F5E00BC}"/>
          </ac:spMkLst>
        </pc:spChg>
        <pc:spChg chg="add mod">
          <ac:chgData name="hk1362002@gmail.com" userId="8e543dcdff409a94" providerId="LiveId" clId="{0DD98917-30A8-4FF1-9C82-725D671A56A7}" dt="2026-05-24T05:42:38.597" v="418" actId="15"/>
          <ac:spMkLst>
            <pc:docMk/>
            <pc:sldMk cId="3199310110" sldId="272"/>
            <ac:spMk id="7" creationId="{66FF289B-BE15-63C2-B8BD-83EA9D7E4D91}"/>
          </ac:spMkLst>
        </pc:spChg>
        <pc:spChg chg="add mod">
          <ac:chgData name="hk1362002@gmail.com" userId="8e543dcdff409a94" providerId="LiveId" clId="{0DD98917-30A8-4FF1-9C82-725D671A56A7}" dt="2026-05-24T05:40:32.913" v="359" actId="1076"/>
          <ac:spMkLst>
            <pc:docMk/>
            <pc:sldMk cId="3199310110" sldId="272"/>
            <ac:spMk id="8" creationId="{A39AB391-1AD8-3072-F8B9-E66DBC0383B5}"/>
          </ac:spMkLst>
        </pc:spChg>
        <pc:spChg chg="add mod">
          <ac:chgData name="hk1362002@gmail.com" userId="8e543dcdff409a94" providerId="LiveId" clId="{0DD98917-30A8-4FF1-9C82-725D671A56A7}" dt="2026-05-24T05:42:48.694" v="420" actId="14100"/>
          <ac:spMkLst>
            <pc:docMk/>
            <pc:sldMk cId="3199310110" sldId="272"/>
            <ac:spMk id="9" creationId="{193A5265-0B32-EB5B-940B-BAABF8B3037E}"/>
          </ac:spMkLst>
        </pc:spChg>
        <pc:picChg chg="add mod">
          <ac:chgData name="hk1362002@gmail.com" userId="8e543dcdff409a94" providerId="LiveId" clId="{0DD98917-30A8-4FF1-9C82-725D671A56A7}" dt="2026-05-24T05:42:59.650" v="421" actId="14100"/>
          <ac:picMkLst>
            <pc:docMk/>
            <pc:sldMk cId="3199310110" sldId="272"/>
            <ac:picMk id="1026" creationId="{99B40337-5F61-3B3C-9125-63FD8E1A97CD}"/>
          </ac:picMkLst>
        </pc:picChg>
      </pc:sldChg>
      <pc:sldChg chg="addSp delSp modSp add mod ord">
        <pc:chgData name="hk1362002@gmail.com" userId="8e543dcdff409a94" providerId="LiveId" clId="{0DD98917-30A8-4FF1-9C82-725D671A56A7}" dt="2026-05-26T16:36:07.740" v="2165" actId="478"/>
        <pc:sldMkLst>
          <pc:docMk/>
          <pc:sldMk cId="0" sldId="273"/>
        </pc:sldMkLst>
        <pc:spChg chg="mod">
          <ac:chgData name="hk1362002@gmail.com" userId="8e543dcdff409a94" providerId="LiveId" clId="{0DD98917-30A8-4FF1-9C82-725D671A56A7}" dt="2026-05-24T05:48:41.218" v="604" actId="20577"/>
          <ac:spMkLst>
            <pc:docMk/>
            <pc:sldMk cId="0" sldId="273"/>
            <ac:spMk id="7" creationId="{00000000-0000-0000-0000-000000000000}"/>
          </ac:spMkLst>
        </pc:spChg>
        <pc:spChg chg="mod">
          <ac:chgData name="hk1362002@gmail.com" userId="8e543dcdff409a94" providerId="LiveId" clId="{0DD98917-30A8-4FF1-9C82-725D671A56A7}" dt="2026-05-24T05:47:51.132" v="550" actId="20577"/>
          <ac:spMkLst>
            <pc:docMk/>
            <pc:sldMk cId="0" sldId="273"/>
            <ac:spMk id="9" creationId="{00000000-0000-0000-0000-000000000000}"/>
          </ac:spMkLst>
        </pc:spChg>
        <pc:spChg chg="mod">
          <ac:chgData name="hk1362002@gmail.com" userId="8e543dcdff409a94" providerId="LiveId" clId="{0DD98917-30A8-4FF1-9C82-725D671A56A7}" dt="2026-05-24T05:49:50.242" v="779" actId="20577"/>
          <ac:spMkLst>
            <pc:docMk/>
            <pc:sldMk cId="0" sldId="273"/>
            <ac:spMk id="10" creationId="{00000000-0000-0000-0000-000000000000}"/>
          </ac:spMkLst>
        </pc:spChg>
        <pc:spChg chg="mod">
          <ac:chgData name="hk1362002@gmail.com" userId="8e543dcdff409a94" providerId="LiveId" clId="{0DD98917-30A8-4FF1-9C82-725D671A56A7}" dt="2026-05-24T05:48:23.968" v="591" actId="20577"/>
          <ac:spMkLst>
            <pc:docMk/>
            <pc:sldMk cId="0" sldId="273"/>
            <ac:spMk id="12" creationId="{00000000-0000-0000-0000-000000000000}"/>
          </ac:spMkLst>
        </pc:spChg>
        <pc:spChg chg="del">
          <ac:chgData name="hk1362002@gmail.com" userId="8e543dcdff409a94" providerId="LiveId" clId="{0DD98917-30A8-4FF1-9C82-725D671A56A7}" dt="2026-05-26T16:36:01.849" v="2163" actId="478"/>
          <ac:spMkLst>
            <pc:docMk/>
            <pc:sldMk cId="0" sldId="273"/>
            <ac:spMk id="15" creationId="{00000000-0000-0000-0000-000000000000}"/>
          </ac:spMkLst>
        </pc:spChg>
        <pc:spChg chg="del">
          <ac:chgData name="hk1362002@gmail.com" userId="8e543dcdff409a94" providerId="LiveId" clId="{0DD98917-30A8-4FF1-9C82-725D671A56A7}" dt="2026-05-26T16:36:07.740" v="2165" actId="478"/>
          <ac:spMkLst>
            <pc:docMk/>
            <pc:sldMk cId="0" sldId="273"/>
            <ac:spMk id="16" creationId="{00000000-0000-0000-0000-000000000000}"/>
          </ac:spMkLst>
        </pc:spChg>
        <pc:spChg chg="add mod">
          <ac:chgData name="hk1362002@gmail.com" userId="8e543dcdff409a94" providerId="LiveId" clId="{0DD98917-30A8-4FF1-9C82-725D671A56A7}" dt="2026-05-24T05:50:21.015" v="782"/>
          <ac:spMkLst>
            <pc:docMk/>
            <pc:sldMk cId="0" sldId="273"/>
            <ac:spMk id="17" creationId="{6F13CA0B-A52D-96DA-4BE6-E1AF3A4267A8}"/>
          </ac:spMkLst>
        </pc:spChg>
        <pc:picChg chg="del">
          <ac:chgData name="hk1362002@gmail.com" userId="8e543dcdff409a94" providerId="LiveId" clId="{0DD98917-30A8-4FF1-9C82-725D671A56A7}" dt="2026-05-26T16:36:04.222" v="2164" actId="478"/>
          <ac:picMkLst>
            <pc:docMk/>
            <pc:sldMk cId="0" sldId="273"/>
            <ac:picMk id="14" creationId="{00000000-0000-0000-0000-000000000000}"/>
          </ac:picMkLst>
        </pc:picChg>
      </pc:sldChg>
      <pc:sldChg chg="addSp delSp modSp add mod">
        <pc:chgData name="hk1362002@gmail.com" userId="8e543dcdff409a94" providerId="LiveId" clId="{0DD98917-30A8-4FF1-9C82-725D671A56A7}" dt="2026-05-24T06:24:51.171" v="1293" actId="478"/>
        <pc:sldMkLst>
          <pc:docMk/>
          <pc:sldMk cId="0" sldId="274"/>
        </pc:sldMkLst>
        <pc:spChg chg="mod">
          <ac:chgData name="hk1362002@gmail.com" userId="8e543dcdff409a94" providerId="LiveId" clId="{0DD98917-30A8-4FF1-9C82-725D671A56A7}" dt="2026-05-24T06:24:34.358" v="1291" actId="20577"/>
          <ac:spMkLst>
            <pc:docMk/>
            <pc:sldMk cId="0" sldId="274"/>
            <ac:spMk id="7" creationId="{00000000-0000-0000-0000-000000000000}"/>
          </ac:spMkLst>
        </pc:spChg>
        <pc:spChg chg="mod">
          <ac:chgData name="hk1362002@gmail.com" userId="8e543dcdff409a94" providerId="LiveId" clId="{0DD98917-30A8-4FF1-9C82-725D671A56A7}" dt="2026-05-24T06:10:32.714" v="1014" actId="1076"/>
          <ac:spMkLst>
            <pc:docMk/>
            <pc:sldMk cId="0" sldId="274"/>
            <ac:spMk id="8" creationId="{00000000-0000-0000-0000-000000000000}"/>
          </ac:spMkLst>
        </pc:spChg>
        <pc:spChg chg="mod">
          <ac:chgData name="hk1362002@gmail.com" userId="8e543dcdff409a94" providerId="LiveId" clId="{0DD98917-30A8-4FF1-9C82-725D671A56A7}" dt="2026-05-24T06:18:20.649" v="1233" actId="1076"/>
          <ac:spMkLst>
            <pc:docMk/>
            <pc:sldMk cId="0" sldId="274"/>
            <ac:spMk id="11" creationId="{00000000-0000-0000-0000-000000000000}"/>
          </ac:spMkLst>
        </pc:spChg>
        <pc:spChg chg="mod">
          <ac:chgData name="hk1362002@gmail.com" userId="8e543dcdff409a94" providerId="LiveId" clId="{0DD98917-30A8-4FF1-9C82-725D671A56A7}" dt="2026-05-24T06:18:06.036" v="1231" actId="403"/>
          <ac:spMkLst>
            <pc:docMk/>
            <pc:sldMk cId="0" sldId="274"/>
            <ac:spMk id="12" creationId="{00000000-0000-0000-0000-000000000000}"/>
          </ac:spMkLst>
        </pc:spChg>
        <pc:spChg chg="mod">
          <ac:chgData name="hk1362002@gmail.com" userId="8e543dcdff409a94" providerId="LiveId" clId="{0DD98917-30A8-4FF1-9C82-725D671A56A7}" dt="2026-05-24T06:17:46.567" v="1229" actId="1076"/>
          <ac:spMkLst>
            <pc:docMk/>
            <pc:sldMk cId="0" sldId="274"/>
            <ac:spMk id="13" creationId="{00000000-0000-0000-0000-000000000000}"/>
          </ac:spMkLst>
        </pc:spChg>
        <pc:spChg chg="mod">
          <ac:chgData name="hk1362002@gmail.com" userId="8e543dcdff409a94" providerId="LiveId" clId="{0DD98917-30A8-4FF1-9C82-725D671A56A7}" dt="2026-05-24T06:18:15.166" v="1232" actId="1076"/>
          <ac:spMkLst>
            <pc:docMk/>
            <pc:sldMk cId="0" sldId="274"/>
            <ac:spMk id="15" creationId="{00000000-0000-0000-0000-000000000000}"/>
          </ac:spMkLst>
        </pc:spChg>
        <pc:spChg chg="mod">
          <ac:chgData name="hk1362002@gmail.com" userId="8e543dcdff409a94" providerId="LiveId" clId="{0DD98917-30A8-4FF1-9C82-725D671A56A7}" dt="2026-05-24T06:17:50.285" v="1230" actId="1076"/>
          <ac:spMkLst>
            <pc:docMk/>
            <pc:sldMk cId="0" sldId="274"/>
            <ac:spMk id="16" creationId="{00000000-0000-0000-0000-000000000000}"/>
          </ac:spMkLst>
        </pc:spChg>
        <pc:spChg chg="add mod">
          <ac:chgData name="hk1362002@gmail.com" userId="8e543dcdff409a94" providerId="LiveId" clId="{0DD98917-30A8-4FF1-9C82-725D671A56A7}" dt="2026-05-24T06:19:02.124" v="1235"/>
          <ac:spMkLst>
            <pc:docMk/>
            <pc:sldMk cId="0" sldId="274"/>
            <ac:spMk id="17" creationId="{62338CA6-E0C1-A3EA-B8EF-EB5054AF6F5F}"/>
          </ac:spMkLst>
        </pc:spChg>
      </pc:sldChg>
      <pc:sldChg chg="addSp delSp modSp new mod">
        <pc:chgData name="hk1362002@gmail.com" userId="8e543dcdff409a94" providerId="LiveId" clId="{0DD98917-30A8-4FF1-9C82-725D671A56A7}" dt="2026-05-24T06:05:42.184" v="994" actId="1076"/>
        <pc:sldMkLst>
          <pc:docMk/>
          <pc:sldMk cId="1376610440" sldId="275"/>
        </pc:sldMkLst>
        <pc:spChg chg="add mod">
          <ac:chgData name="hk1362002@gmail.com" userId="8e543dcdff409a94" providerId="LiveId" clId="{0DD98917-30A8-4FF1-9C82-725D671A56A7}" dt="2026-05-24T06:04:45.801" v="986" actId="1076"/>
          <ac:spMkLst>
            <pc:docMk/>
            <pc:sldMk cId="1376610440" sldId="275"/>
            <ac:spMk id="3" creationId="{C8F03374-FDBE-536F-7FC3-BD572BBA1E60}"/>
          </ac:spMkLst>
        </pc:spChg>
        <pc:spChg chg="add mod">
          <ac:chgData name="hk1362002@gmail.com" userId="8e543dcdff409a94" providerId="LiveId" clId="{0DD98917-30A8-4FF1-9C82-725D671A56A7}" dt="2026-05-24T06:01:23.811" v="946"/>
          <ac:spMkLst>
            <pc:docMk/>
            <pc:sldMk cId="1376610440" sldId="275"/>
            <ac:spMk id="4" creationId="{81C95205-8DA7-3CB2-E48B-49822A26B1C7}"/>
          </ac:spMkLst>
        </pc:spChg>
        <pc:spChg chg="add mod">
          <ac:chgData name="hk1362002@gmail.com" userId="8e543dcdff409a94" providerId="LiveId" clId="{0DD98917-30A8-4FF1-9C82-725D671A56A7}" dt="2026-05-24T06:04:50.283" v="987" actId="1076"/>
          <ac:spMkLst>
            <pc:docMk/>
            <pc:sldMk cId="1376610440" sldId="275"/>
            <ac:spMk id="5" creationId="{1854081E-FA9F-ADB4-86A0-18B8ECD93A2C}"/>
          </ac:spMkLst>
        </pc:spChg>
        <pc:spChg chg="add mod">
          <ac:chgData name="hk1362002@gmail.com" userId="8e543dcdff409a94" providerId="LiveId" clId="{0DD98917-30A8-4FF1-9C82-725D671A56A7}" dt="2026-05-24T06:04:21.721" v="980" actId="1076"/>
          <ac:spMkLst>
            <pc:docMk/>
            <pc:sldMk cId="1376610440" sldId="275"/>
            <ac:spMk id="6" creationId="{43292A08-65DE-18E0-6625-F2164AD0ED63}"/>
          </ac:spMkLst>
        </pc:spChg>
        <pc:spChg chg="add mod">
          <ac:chgData name="hk1362002@gmail.com" userId="8e543dcdff409a94" providerId="LiveId" clId="{0DD98917-30A8-4FF1-9C82-725D671A56A7}" dt="2026-05-24T06:05:05.567" v="989" actId="1076"/>
          <ac:spMkLst>
            <pc:docMk/>
            <pc:sldMk cId="1376610440" sldId="275"/>
            <ac:spMk id="7" creationId="{2286ABB7-2A8C-0850-730E-B0BEA4142F31}"/>
          </ac:spMkLst>
        </pc:spChg>
        <pc:spChg chg="add mod">
          <ac:chgData name="hk1362002@gmail.com" userId="8e543dcdff409a94" providerId="LiveId" clId="{0DD98917-30A8-4FF1-9C82-725D671A56A7}" dt="2026-05-24T06:05:16.965" v="990" actId="1076"/>
          <ac:spMkLst>
            <pc:docMk/>
            <pc:sldMk cId="1376610440" sldId="275"/>
            <ac:spMk id="8" creationId="{8FF3A48B-2E84-0939-2E4B-6FBF0AB07633}"/>
          </ac:spMkLst>
        </pc:spChg>
        <pc:spChg chg="add mod">
          <ac:chgData name="hk1362002@gmail.com" userId="8e543dcdff409a94" providerId="LiveId" clId="{0DD98917-30A8-4FF1-9C82-725D671A56A7}" dt="2026-05-24T06:05:26.331" v="991" actId="1076"/>
          <ac:spMkLst>
            <pc:docMk/>
            <pc:sldMk cId="1376610440" sldId="275"/>
            <ac:spMk id="9" creationId="{99FF1CF0-64C6-5233-70A2-31FBA11B97AF}"/>
          </ac:spMkLst>
        </pc:spChg>
        <pc:spChg chg="add mod">
          <ac:chgData name="hk1362002@gmail.com" userId="8e543dcdff409a94" providerId="LiveId" clId="{0DD98917-30A8-4FF1-9C82-725D671A56A7}" dt="2026-05-24T06:05:30.356" v="992" actId="1076"/>
          <ac:spMkLst>
            <pc:docMk/>
            <pc:sldMk cId="1376610440" sldId="275"/>
            <ac:spMk id="10" creationId="{F2791E39-3864-B622-6982-430F69F0F498}"/>
          </ac:spMkLst>
        </pc:spChg>
        <pc:spChg chg="add mod">
          <ac:chgData name="hk1362002@gmail.com" userId="8e543dcdff409a94" providerId="LiveId" clId="{0DD98917-30A8-4FF1-9C82-725D671A56A7}" dt="2026-05-24T06:05:35.216" v="993" actId="1076"/>
          <ac:spMkLst>
            <pc:docMk/>
            <pc:sldMk cId="1376610440" sldId="275"/>
            <ac:spMk id="12" creationId="{0D02BE50-57D4-E0C1-AE38-3EE2D16F3A94}"/>
          </ac:spMkLst>
        </pc:spChg>
        <pc:spChg chg="add mod">
          <ac:chgData name="hk1362002@gmail.com" userId="8e543dcdff409a94" providerId="LiveId" clId="{0DD98917-30A8-4FF1-9C82-725D671A56A7}" dt="2026-05-24T06:05:42.184" v="994" actId="1076"/>
          <ac:spMkLst>
            <pc:docMk/>
            <pc:sldMk cId="1376610440" sldId="275"/>
            <ac:spMk id="13" creationId="{E0DCD6E0-4A44-5E1E-D3B5-4215AE21A6C9}"/>
          </ac:spMkLst>
        </pc:spChg>
      </pc:sldChg>
      <pc:sldChg chg="modSp add mod">
        <pc:chgData name="hk1362002@gmail.com" userId="8e543dcdff409a94" providerId="LiveId" clId="{0DD98917-30A8-4FF1-9C82-725D671A56A7}" dt="2026-05-24T06:23:36.108" v="1285" actId="403"/>
        <pc:sldMkLst>
          <pc:docMk/>
          <pc:sldMk cId="1034323783" sldId="276"/>
        </pc:sldMkLst>
        <pc:spChg chg="mod">
          <ac:chgData name="hk1362002@gmail.com" userId="8e543dcdff409a94" providerId="LiveId" clId="{0DD98917-30A8-4FF1-9C82-725D671A56A7}" dt="2026-05-24T06:19:44.948" v="1239" actId="207"/>
          <ac:spMkLst>
            <pc:docMk/>
            <pc:sldMk cId="1034323783" sldId="276"/>
            <ac:spMk id="7" creationId="{6F96DC07-A87E-2976-3022-651326E50792}"/>
          </ac:spMkLst>
        </pc:spChg>
        <pc:spChg chg="mod">
          <ac:chgData name="hk1362002@gmail.com" userId="8e543dcdff409a94" providerId="LiveId" clId="{0DD98917-30A8-4FF1-9C82-725D671A56A7}" dt="2026-05-24T06:20:31.110" v="1266" actId="403"/>
          <ac:spMkLst>
            <pc:docMk/>
            <pc:sldMk cId="1034323783" sldId="276"/>
            <ac:spMk id="8" creationId="{EC9FA10C-77D6-CE3D-7C3A-17F4221B4AFA}"/>
          </ac:spMkLst>
        </pc:spChg>
        <pc:spChg chg="mod">
          <ac:chgData name="hk1362002@gmail.com" userId="8e543dcdff409a94" providerId="LiveId" clId="{0DD98917-30A8-4FF1-9C82-725D671A56A7}" dt="2026-05-24T06:23:12.343" v="1278" actId="1076"/>
          <ac:spMkLst>
            <pc:docMk/>
            <pc:sldMk cId="1034323783" sldId="276"/>
            <ac:spMk id="9" creationId="{81967838-404C-6F6D-F4E1-ED94322945EE}"/>
          </ac:spMkLst>
        </pc:spChg>
        <pc:spChg chg="mod">
          <ac:chgData name="hk1362002@gmail.com" userId="8e543dcdff409a94" providerId="LiveId" clId="{0DD98917-30A8-4FF1-9C82-725D671A56A7}" dt="2026-05-24T06:22:47.184" v="1273" actId="207"/>
          <ac:spMkLst>
            <pc:docMk/>
            <pc:sldMk cId="1034323783" sldId="276"/>
            <ac:spMk id="11" creationId="{516FCF5A-A091-FAF6-4E43-41CA61EC5653}"/>
          </ac:spMkLst>
        </pc:spChg>
        <pc:spChg chg="mod">
          <ac:chgData name="hk1362002@gmail.com" userId="8e543dcdff409a94" providerId="LiveId" clId="{0DD98917-30A8-4FF1-9C82-725D671A56A7}" dt="2026-05-24T06:23:36.108" v="1285" actId="403"/>
          <ac:spMkLst>
            <pc:docMk/>
            <pc:sldMk cId="1034323783" sldId="276"/>
            <ac:spMk id="12" creationId="{94CEE0A4-0F90-533C-E08B-0D887D45C152}"/>
          </ac:spMkLst>
        </pc:spChg>
        <pc:spChg chg="mod">
          <ac:chgData name="hk1362002@gmail.com" userId="8e543dcdff409a94" providerId="LiveId" clId="{0DD98917-30A8-4FF1-9C82-725D671A56A7}" dt="2026-05-24T06:21:26.763" v="1268" actId="207"/>
          <ac:spMkLst>
            <pc:docMk/>
            <pc:sldMk cId="1034323783" sldId="276"/>
            <ac:spMk id="15" creationId="{191F0ACF-CC07-F39A-D7B0-D71C537C331F}"/>
          </ac:spMkLst>
        </pc:spChg>
        <pc:spChg chg="mod">
          <ac:chgData name="hk1362002@gmail.com" userId="8e543dcdff409a94" providerId="LiveId" clId="{0DD98917-30A8-4FF1-9C82-725D671A56A7}" dt="2026-05-24T06:21:46.719" v="1271" actId="207"/>
          <ac:spMkLst>
            <pc:docMk/>
            <pc:sldMk cId="1034323783" sldId="276"/>
            <ac:spMk id="16" creationId="{4A68BED2-DD24-59F3-8FE8-35ADC2087E41}"/>
          </ac:spMkLst>
        </pc:spChg>
      </pc:sldChg>
      <pc:sldChg chg="delSp modSp add mod">
        <pc:chgData name="hk1362002@gmail.com" userId="8e543dcdff409a94" providerId="LiveId" clId="{0DD98917-30A8-4FF1-9C82-725D671A56A7}" dt="2026-05-24T06:42:38.897" v="1467" actId="1076"/>
        <pc:sldMkLst>
          <pc:docMk/>
          <pc:sldMk cId="3313309843" sldId="277"/>
        </pc:sldMkLst>
        <pc:spChg chg="mod">
          <ac:chgData name="hk1362002@gmail.com" userId="8e543dcdff409a94" providerId="LiveId" clId="{0DD98917-30A8-4FF1-9C82-725D671A56A7}" dt="2026-05-24T06:35:01.893" v="1334" actId="14100"/>
          <ac:spMkLst>
            <pc:docMk/>
            <pc:sldMk cId="3313309843" sldId="277"/>
            <ac:spMk id="2" creationId="{2CC951B7-BEA5-7D00-142D-738172D7286C}"/>
          </ac:spMkLst>
        </pc:spChg>
        <pc:spChg chg="mod">
          <ac:chgData name="hk1362002@gmail.com" userId="8e543dcdff409a94" providerId="LiveId" clId="{0DD98917-30A8-4FF1-9C82-725D671A56A7}" dt="2026-05-24T06:35:14.206" v="1338" actId="1076"/>
          <ac:spMkLst>
            <pc:docMk/>
            <pc:sldMk cId="3313309843" sldId="277"/>
            <ac:spMk id="3" creationId="{5A71DCF9-EA5D-DE0A-01C7-732238357835}"/>
          </ac:spMkLst>
        </pc:spChg>
        <pc:spChg chg="mod">
          <ac:chgData name="hk1362002@gmail.com" userId="8e543dcdff409a94" providerId="LiveId" clId="{0DD98917-30A8-4FF1-9C82-725D671A56A7}" dt="2026-05-24T06:36:07.636" v="1349" actId="1076"/>
          <ac:spMkLst>
            <pc:docMk/>
            <pc:sldMk cId="3313309843" sldId="277"/>
            <ac:spMk id="7" creationId="{C7DC4255-7A6B-845D-788A-7D786F0FDF7A}"/>
          </ac:spMkLst>
        </pc:spChg>
        <pc:spChg chg="mod">
          <ac:chgData name="hk1362002@gmail.com" userId="8e543dcdff409a94" providerId="LiveId" clId="{0DD98917-30A8-4FF1-9C82-725D671A56A7}" dt="2026-05-24T06:37:33.550" v="1361" actId="1076"/>
          <ac:spMkLst>
            <pc:docMk/>
            <pc:sldMk cId="3313309843" sldId="277"/>
            <ac:spMk id="8" creationId="{EA0BA32C-3AE5-16DA-3458-94007F9BBCC3}"/>
          </ac:spMkLst>
        </pc:spChg>
        <pc:spChg chg="mod">
          <ac:chgData name="hk1362002@gmail.com" userId="8e543dcdff409a94" providerId="LiveId" clId="{0DD98917-30A8-4FF1-9C82-725D671A56A7}" dt="2026-05-24T06:38:03.348" v="1364" actId="207"/>
          <ac:spMkLst>
            <pc:docMk/>
            <pc:sldMk cId="3313309843" sldId="277"/>
            <ac:spMk id="11" creationId="{A391F020-0B37-75A4-0767-6035FF20D52B}"/>
          </ac:spMkLst>
        </pc:spChg>
        <pc:spChg chg="mod">
          <ac:chgData name="hk1362002@gmail.com" userId="8e543dcdff409a94" providerId="LiveId" clId="{0DD98917-30A8-4FF1-9C82-725D671A56A7}" dt="2026-05-24T06:39:57.742" v="1401" actId="1076"/>
          <ac:spMkLst>
            <pc:docMk/>
            <pc:sldMk cId="3313309843" sldId="277"/>
            <ac:spMk id="12" creationId="{FE8038D4-D77B-A030-E9E8-7BCEB98FA996}"/>
          </ac:spMkLst>
        </pc:spChg>
        <pc:spChg chg="mod">
          <ac:chgData name="hk1362002@gmail.com" userId="8e543dcdff409a94" providerId="LiveId" clId="{0DD98917-30A8-4FF1-9C82-725D671A56A7}" dt="2026-05-24T06:41:54.702" v="1457" actId="1076"/>
          <ac:spMkLst>
            <pc:docMk/>
            <pc:sldMk cId="3313309843" sldId="277"/>
            <ac:spMk id="13" creationId="{1EE20D01-9729-1983-C414-77188279374B}"/>
          </ac:spMkLst>
        </pc:spChg>
        <pc:spChg chg="mod">
          <ac:chgData name="hk1362002@gmail.com" userId="8e543dcdff409a94" providerId="LiveId" clId="{0DD98917-30A8-4FF1-9C82-725D671A56A7}" dt="2026-05-24T06:40:28.337" v="1403" actId="207"/>
          <ac:spMkLst>
            <pc:docMk/>
            <pc:sldMk cId="3313309843" sldId="277"/>
            <ac:spMk id="15" creationId="{B908D731-8D6E-53E6-E5B2-01B2EC445401}"/>
          </ac:spMkLst>
        </pc:spChg>
        <pc:spChg chg="mod">
          <ac:chgData name="hk1362002@gmail.com" userId="8e543dcdff409a94" providerId="LiveId" clId="{0DD98917-30A8-4FF1-9C82-725D671A56A7}" dt="2026-05-24T06:42:38.897" v="1467" actId="1076"/>
          <ac:spMkLst>
            <pc:docMk/>
            <pc:sldMk cId="3313309843" sldId="277"/>
            <ac:spMk id="16" creationId="{6653546D-9027-9C54-6B45-447ADF113B00}"/>
          </ac:spMkLst>
        </pc:spChg>
      </pc:sldChg>
      <pc:sldChg chg="modSp add mod">
        <pc:chgData name="hk1362002@gmail.com" userId="8e543dcdff409a94" providerId="LiveId" clId="{0DD98917-30A8-4FF1-9C82-725D671A56A7}" dt="2026-05-24T07:00:27.172" v="1573" actId="1076"/>
        <pc:sldMkLst>
          <pc:docMk/>
          <pc:sldMk cId="2378784567" sldId="278"/>
        </pc:sldMkLst>
        <pc:spChg chg="mod">
          <ac:chgData name="hk1362002@gmail.com" userId="8e543dcdff409a94" providerId="LiveId" clId="{0DD98917-30A8-4FF1-9C82-725D671A56A7}" dt="2026-05-24T06:49:11.241" v="1524" actId="14100"/>
          <ac:spMkLst>
            <pc:docMk/>
            <pc:sldMk cId="2378784567" sldId="278"/>
            <ac:spMk id="5" creationId="{958B74D5-C17E-EB08-9CBE-C1D20487B8C1}"/>
          </ac:spMkLst>
        </pc:spChg>
        <pc:spChg chg="mod">
          <ac:chgData name="hk1362002@gmail.com" userId="8e543dcdff409a94" providerId="LiveId" clId="{0DD98917-30A8-4FF1-9C82-725D671A56A7}" dt="2026-05-24T06:55:16.214" v="1533" actId="1076"/>
          <ac:spMkLst>
            <pc:docMk/>
            <pc:sldMk cId="2378784567" sldId="278"/>
            <ac:spMk id="6" creationId="{8BD42DBC-B117-1EF1-89D5-E2B74C4C52BC}"/>
          </ac:spMkLst>
        </pc:spChg>
        <pc:spChg chg="mod">
          <ac:chgData name="hk1362002@gmail.com" userId="8e543dcdff409a94" providerId="LiveId" clId="{0DD98917-30A8-4FF1-9C82-725D671A56A7}" dt="2026-05-24T06:46:07.139" v="1487" actId="27636"/>
          <ac:spMkLst>
            <pc:docMk/>
            <pc:sldMk cId="2378784567" sldId="278"/>
            <ac:spMk id="7" creationId="{73169604-6592-1E02-A227-92A28DCA0B87}"/>
          </ac:spMkLst>
        </pc:spChg>
        <pc:spChg chg="mod">
          <ac:chgData name="hk1362002@gmail.com" userId="8e543dcdff409a94" providerId="LiveId" clId="{0DD98917-30A8-4FF1-9C82-725D671A56A7}" dt="2026-05-24T06:45:57.209" v="1483" actId="1076"/>
          <ac:spMkLst>
            <pc:docMk/>
            <pc:sldMk cId="2378784567" sldId="278"/>
            <ac:spMk id="8" creationId="{F86EE4B1-F733-A0E6-CB2B-67ECCB70D2E9}"/>
          </ac:spMkLst>
        </pc:spChg>
        <pc:spChg chg="mod">
          <ac:chgData name="hk1362002@gmail.com" userId="8e543dcdff409a94" providerId="LiveId" clId="{0DD98917-30A8-4FF1-9C82-725D671A56A7}" dt="2026-05-24T06:49:17.395" v="1525" actId="14100"/>
          <ac:spMkLst>
            <pc:docMk/>
            <pc:sldMk cId="2378784567" sldId="278"/>
            <ac:spMk id="9" creationId="{77DFE112-9F23-EA06-53F2-9CCE28AC42E3}"/>
          </ac:spMkLst>
        </pc:spChg>
        <pc:spChg chg="mod">
          <ac:chgData name="hk1362002@gmail.com" userId="8e543dcdff409a94" providerId="LiveId" clId="{0DD98917-30A8-4FF1-9C82-725D671A56A7}" dt="2026-05-24T06:55:04.247" v="1531" actId="1076"/>
          <ac:spMkLst>
            <pc:docMk/>
            <pc:sldMk cId="2378784567" sldId="278"/>
            <ac:spMk id="10" creationId="{91E829D6-1F97-3A66-B537-2660FD010727}"/>
          </ac:spMkLst>
        </pc:spChg>
        <pc:spChg chg="mod">
          <ac:chgData name="hk1362002@gmail.com" userId="8e543dcdff409a94" providerId="LiveId" clId="{0DD98917-30A8-4FF1-9C82-725D671A56A7}" dt="2026-05-24T06:48:13.438" v="1517" actId="122"/>
          <ac:spMkLst>
            <pc:docMk/>
            <pc:sldMk cId="2378784567" sldId="278"/>
            <ac:spMk id="11" creationId="{AE18F9D7-5E13-510D-4460-69EA9A406AD8}"/>
          </ac:spMkLst>
        </pc:spChg>
        <pc:spChg chg="mod">
          <ac:chgData name="hk1362002@gmail.com" userId="8e543dcdff409a94" providerId="LiveId" clId="{0DD98917-30A8-4FF1-9C82-725D671A56A7}" dt="2026-05-24T06:57:26.170" v="1541" actId="27636"/>
          <ac:spMkLst>
            <pc:docMk/>
            <pc:sldMk cId="2378784567" sldId="278"/>
            <ac:spMk id="12" creationId="{5315DA38-2588-65E2-109A-EF17856260F1}"/>
          </ac:spMkLst>
        </pc:spChg>
        <pc:spChg chg="mod">
          <ac:chgData name="hk1362002@gmail.com" userId="8e543dcdff409a94" providerId="LiveId" clId="{0DD98917-30A8-4FF1-9C82-725D671A56A7}" dt="2026-05-24T06:49:25.973" v="1526" actId="14100"/>
          <ac:spMkLst>
            <pc:docMk/>
            <pc:sldMk cId="2378784567" sldId="278"/>
            <ac:spMk id="13" creationId="{6A8EF996-7B18-3D81-BB42-FAC9DF902FDC}"/>
          </ac:spMkLst>
        </pc:spChg>
        <pc:spChg chg="mod">
          <ac:chgData name="hk1362002@gmail.com" userId="8e543dcdff409a94" providerId="LiveId" clId="{0DD98917-30A8-4FF1-9C82-725D671A56A7}" dt="2026-05-24T06:55:09.080" v="1532" actId="1076"/>
          <ac:spMkLst>
            <pc:docMk/>
            <pc:sldMk cId="2378784567" sldId="278"/>
            <ac:spMk id="14" creationId="{5812577E-041D-0FC3-B453-FDC20ECC00A8}"/>
          </ac:spMkLst>
        </pc:spChg>
        <pc:spChg chg="mod">
          <ac:chgData name="hk1362002@gmail.com" userId="8e543dcdff409a94" providerId="LiveId" clId="{0DD98917-30A8-4FF1-9C82-725D671A56A7}" dt="2026-05-24T06:58:55.475" v="1555" actId="27636"/>
          <ac:spMkLst>
            <pc:docMk/>
            <pc:sldMk cId="2378784567" sldId="278"/>
            <ac:spMk id="15" creationId="{FD9F488A-39C8-3C97-EAB0-960636163C92}"/>
          </ac:spMkLst>
        </pc:spChg>
        <pc:spChg chg="mod">
          <ac:chgData name="hk1362002@gmail.com" userId="8e543dcdff409a94" providerId="LiveId" clId="{0DD98917-30A8-4FF1-9C82-725D671A56A7}" dt="2026-05-24T07:00:27.172" v="1573" actId="1076"/>
          <ac:spMkLst>
            <pc:docMk/>
            <pc:sldMk cId="2378784567" sldId="278"/>
            <ac:spMk id="16" creationId="{7583F864-AEDB-A3C5-7788-C83B1171304C}"/>
          </ac:spMkLst>
        </pc:spChg>
      </pc:sldChg>
      <pc:sldChg chg="modSp add mod">
        <pc:chgData name="hk1362002@gmail.com" userId="8e543dcdff409a94" providerId="LiveId" clId="{0DD98917-30A8-4FF1-9C82-725D671A56A7}" dt="2026-05-24T07:08:29.437" v="1693" actId="1076"/>
        <pc:sldMkLst>
          <pc:docMk/>
          <pc:sldMk cId="220822300" sldId="279"/>
        </pc:sldMkLst>
        <pc:spChg chg="mod">
          <ac:chgData name="hk1362002@gmail.com" userId="8e543dcdff409a94" providerId="LiveId" clId="{0DD98917-30A8-4FF1-9C82-725D671A56A7}" dt="2026-05-24T07:01:43.833" v="1603" actId="403"/>
          <ac:spMkLst>
            <pc:docMk/>
            <pc:sldMk cId="220822300" sldId="279"/>
            <ac:spMk id="7" creationId="{5670CE99-661E-05D9-CF1C-AFBE285DC9C0}"/>
          </ac:spMkLst>
        </pc:spChg>
        <pc:spChg chg="mod">
          <ac:chgData name="hk1362002@gmail.com" userId="8e543dcdff409a94" providerId="LiveId" clId="{0DD98917-30A8-4FF1-9C82-725D671A56A7}" dt="2026-05-24T07:05:10.988" v="1621" actId="1076"/>
          <ac:spMkLst>
            <pc:docMk/>
            <pc:sldMk cId="220822300" sldId="279"/>
            <ac:spMk id="8" creationId="{140110F3-AA82-8B42-4E3C-52A74DFEE757}"/>
          </ac:spMkLst>
        </pc:spChg>
        <pc:spChg chg="mod">
          <ac:chgData name="hk1362002@gmail.com" userId="8e543dcdff409a94" providerId="LiveId" clId="{0DD98917-30A8-4FF1-9C82-725D671A56A7}" dt="2026-05-24T07:04:06.342" v="1614" actId="122"/>
          <ac:spMkLst>
            <pc:docMk/>
            <pc:sldMk cId="220822300" sldId="279"/>
            <ac:spMk id="11" creationId="{94C93E25-04FB-51AC-4F57-E7FC9C1F0001}"/>
          </ac:spMkLst>
        </pc:spChg>
        <pc:spChg chg="mod">
          <ac:chgData name="hk1362002@gmail.com" userId="8e543dcdff409a94" providerId="LiveId" clId="{0DD98917-30A8-4FF1-9C82-725D671A56A7}" dt="2026-05-24T07:05:05.596" v="1620" actId="1076"/>
          <ac:spMkLst>
            <pc:docMk/>
            <pc:sldMk cId="220822300" sldId="279"/>
            <ac:spMk id="12" creationId="{8B3CD8D1-D824-6E0A-2447-7D9C7E01DE6B}"/>
          </ac:spMkLst>
        </pc:spChg>
        <pc:spChg chg="mod">
          <ac:chgData name="hk1362002@gmail.com" userId="8e543dcdff409a94" providerId="LiveId" clId="{0DD98917-30A8-4FF1-9C82-725D671A56A7}" dt="2026-05-24T07:05:45.939" v="1625" actId="313"/>
          <ac:spMkLst>
            <pc:docMk/>
            <pc:sldMk cId="220822300" sldId="279"/>
            <ac:spMk id="15" creationId="{BEE324AB-4C9A-6FDD-F118-DA4B6C27B1D1}"/>
          </ac:spMkLst>
        </pc:spChg>
        <pc:spChg chg="mod">
          <ac:chgData name="hk1362002@gmail.com" userId="8e543dcdff409a94" providerId="LiveId" clId="{0DD98917-30A8-4FF1-9C82-725D671A56A7}" dt="2026-05-24T07:08:29.437" v="1693" actId="1076"/>
          <ac:spMkLst>
            <pc:docMk/>
            <pc:sldMk cId="220822300" sldId="279"/>
            <ac:spMk id="16" creationId="{B7341A5C-53D4-AA8C-111F-DB13C01D142E}"/>
          </ac:spMkLst>
        </pc:spChg>
      </pc:sldChg>
      <pc:sldChg chg="addSp delSp modSp add mod ord">
        <pc:chgData name="hk1362002@gmail.com" userId="8e543dcdff409a94" providerId="LiveId" clId="{0DD98917-30A8-4FF1-9C82-725D671A56A7}" dt="2026-05-24T07:39:01.821" v="1921"/>
        <pc:sldMkLst>
          <pc:docMk/>
          <pc:sldMk cId="2238751744" sldId="281"/>
        </pc:sldMkLst>
        <pc:spChg chg="add mod">
          <ac:chgData name="hk1362002@gmail.com" userId="8e543dcdff409a94" providerId="LiveId" clId="{0DD98917-30A8-4FF1-9C82-725D671A56A7}" dt="2026-05-24T07:24:58.608" v="1902" actId="14100"/>
          <ac:spMkLst>
            <pc:docMk/>
            <pc:sldMk cId="2238751744" sldId="281"/>
            <ac:spMk id="20" creationId="{4C945815-11DC-C2C0-0FBE-4B4F2702D29D}"/>
          </ac:spMkLst>
        </pc:spChg>
        <pc:spChg chg="add mod">
          <ac:chgData name="hk1362002@gmail.com" userId="8e543dcdff409a94" providerId="LiveId" clId="{0DD98917-30A8-4FF1-9C82-725D671A56A7}" dt="2026-05-24T07:23:53.985" v="1889" actId="20577"/>
          <ac:spMkLst>
            <pc:docMk/>
            <pc:sldMk cId="2238751744" sldId="281"/>
            <ac:spMk id="22" creationId="{1FBAC22D-1D9D-326F-011E-9ADB3FD25607}"/>
          </ac:spMkLst>
        </pc:spChg>
        <pc:spChg chg="add mod">
          <ac:chgData name="hk1362002@gmail.com" userId="8e543dcdff409a94" providerId="LiveId" clId="{0DD98917-30A8-4FF1-9C82-725D671A56A7}" dt="2026-05-24T07:24:33.300" v="1896" actId="1076"/>
          <ac:spMkLst>
            <pc:docMk/>
            <pc:sldMk cId="2238751744" sldId="281"/>
            <ac:spMk id="26" creationId="{A734D6EF-08CC-1F60-42A8-C429A8BE1DCD}"/>
          </ac:spMkLst>
        </pc:spChg>
        <pc:picChg chg="add mod">
          <ac:chgData name="hk1362002@gmail.com" userId="8e543dcdff409a94" providerId="LiveId" clId="{0DD98917-30A8-4FF1-9C82-725D671A56A7}" dt="2026-05-24T07:24:39.077" v="1898" actId="1076"/>
          <ac:picMkLst>
            <pc:docMk/>
            <pc:sldMk cId="2238751744" sldId="281"/>
            <ac:picMk id="21" creationId="{DBDB7811-1BA1-0E7F-9DA2-AD5B83CB9458}"/>
          </ac:picMkLst>
        </pc:picChg>
        <pc:picChg chg="add mod">
          <ac:chgData name="hk1362002@gmail.com" userId="8e543dcdff409a94" providerId="LiveId" clId="{0DD98917-30A8-4FF1-9C82-725D671A56A7}" dt="2026-05-24T07:24:36.015" v="1897" actId="1076"/>
          <ac:picMkLst>
            <pc:docMk/>
            <pc:sldMk cId="2238751744" sldId="281"/>
            <ac:picMk id="23" creationId="{9C349D38-BD62-687A-7E5F-B47A1B97E47A}"/>
          </ac:picMkLst>
        </pc:picChg>
      </pc:sldChg>
      <pc:sldChg chg="addSp modSp new mod ord">
        <pc:chgData name="hk1362002@gmail.com" userId="8e543dcdff409a94" providerId="LiveId" clId="{0DD98917-30A8-4FF1-9C82-725D671A56A7}" dt="2026-05-24T07:39:04.119" v="1923"/>
        <pc:sldMkLst>
          <pc:docMk/>
          <pc:sldMk cId="3436497670" sldId="282"/>
        </pc:sldMkLst>
        <pc:spChg chg="add mod">
          <ac:chgData name="hk1362002@gmail.com" userId="8e543dcdff409a94" providerId="LiveId" clId="{0DD98917-30A8-4FF1-9C82-725D671A56A7}" dt="2026-05-24T07:22:18.890" v="1877"/>
          <ac:spMkLst>
            <pc:docMk/>
            <pc:sldMk cId="3436497670" sldId="282"/>
            <ac:spMk id="2" creationId="{D4328AA0-88A5-41D6-C070-895003B696FA}"/>
          </ac:spMkLst>
        </pc:spChg>
        <pc:spChg chg="add mod">
          <ac:chgData name="hk1362002@gmail.com" userId="8e543dcdff409a94" providerId="LiveId" clId="{0DD98917-30A8-4FF1-9C82-725D671A56A7}" dt="2026-05-24T07:25:37.364" v="1910" actId="1076"/>
          <ac:spMkLst>
            <pc:docMk/>
            <pc:sldMk cId="3436497670" sldId="282"/>
            <ac:spMk id="4" creationId="{70FD1B47-1776-68A1-5CA9-282ECA119A0E}"/>
          </ac:spMkLst>
        </pc:spChg>
        <pc:picChg chg="add mod">
          <ac:chgData name="hk1362002@gmail.com" userId="8e543dcdff409a94" providerId="LiveId" clId="{0DD98917-30A8-4FF1-9C82-725D671A56A7}" dt="2026-05-24T07:25:42.562" v="1911" actId="1076"/>
          <ac:picMkLst>
            <pc:docMk/>
            <pc:sldMk cId="3436497670" sldId="282"/>
            <ac:picMk id="3" creationId="{D25246A6-C030-5C7D-E6AE-39F0DFFB1878}"/>
          </ac:picMkLst>
        </pc:picChg>
      </pc:sldChg>
      <pc:sldChg chg="addSp delSp modSp add mod">
        <pc:chgData name="hk1362002@gmail.com" userId="8e543dcdff409a94" providerId="LiveId" clId="{0DD98917-30A8-4FF1-9C82-725D671A56A7}" dt="2026-05-24T08:02:55.026" v="2155" actId="207"/>
        <pc:sldMkLst>
          <pc:docMk/>
          <pc:sldMk cId="2917152211" sldId="283"/>
        </pc:sldMkLst>
        <pc:spChg chg="add mod">
          <ac:chgData name="hk1362002@gmail.com" userId="8e543dcdff409a94" providerId="LiveId" clId="{0DD98917-30A8-4FF1-9C82-725D671A56A7}" dt="2026-05-24T08:02:24.737" v="2145" actId="1076"/>
          <ac:spMkLst>
            <pc:docMk/>
            <pc:sldMk cId="2917152211" sldId="283"/>
            <ac:spMk id="2" creationId="{2D001177-863B-C745-2702-4F52BAED40C3}"/>
          </ac:spMkLst>
        </pc:spChg>
        <pc:spChg chg="add mod">
          <ac:chgData name="hk1362002@gmail.com" userId="8e543dcdff409a94" providerId="LiveId" clId="{0DD98917-30A8-4FF1-9C82-725D671A56A7}" dt="2026-05-24T08:02:55.026" v="2155" actId="207"/>
          <ac:spMkLst>
            <pc:docMk/>
            <pc:sldMk cId="2917152211" sldId="283"/>
            <ac:spMk id="3" creationId="{7D71EC38-5BAD-F6ED-7A90-BD2C7EEC5510}"/>
          </ac:spMkLst>
        </pc:spChg>
        <pc:spChg chg="mod">
          <ac:chgData name="hk1362002@gmail.com" userId="8e543dcdff409a94" providerId="LiveId" clId="{0DD98917-30A8-4FF1-9C82-725D671A56A7}" dt="2026-05-24T07:57:18.148" v="1967" actId="1076"/>
          <ac:spMkLst>
            <pc:docMk/>
            <pc:sldMk cId="2917152211" sldId="283"/>
            <ac:spMk id="20" creationId="{81B407CC-4CE5-565E-333E-C1D0FA11328E}"/>
          </ac:spMkLst>
        </pc:spChg>
        <pc:spChg chg="mod">
          <ac:chgData name="hk1362002@gmail.com" userId="8e543dcdff409a94" providerId="LiveId" clId="{0DD98917-30A8-4FF1-9C82-725D671A56A7}" dt="2026-05-24T07:59:40.638" v="2097" actId="1076"/>
          <ac:spMkLst>
            <pc:docMk/>
            <pc:sldMk cId="2917152211" sldId="283"/>
            <ac:spMk id="22" creationId="{B36A008D-8783-3D5E-9C4C-B238AA07FB98}"/>
          </ac:spMkLst>
        </pc:spChg>
        <pc:spChg chg="mod">
          <ac:chgData name="hk1362002@gmail.com" userId="8e543dcdff409a94" providerId="LiveId" clId="{0DD98917-30A8-4FF1-9C82-725D671A56A7}" dt="2026-05-24T07:54:35.842" v="1926" actId="20577"/>
          <ac:spMkLst>
            <pc:docMk/>
            <pc:sldMk cId="2917152211" sldId="283"/>
            <ac:spMk id="26" creationId="{0E5D5906-D8FE-C36A-EFF8-1685A2F58547}"/>
          </ac:spMkLst>
        </pc:spChg>
      </pc:sldChg>
      <pc:sldMasterChg chg="delSldLayout">
        <pc:chgData name="hk1362002@gmail.com" userId="8e543dcdff409a94" providerId="LiveId" clId="{0DD98917-30A8-4FF1-9C82-725D671A56A7}" dt="2026-05-24T07:25:50.759" v="1912" actId="47"/>
        <pc:sldMasterMkLst>
          <pc:docMk/>
          <pc:sldMasterMk cId="0"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735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A454F-DAE2-1F95-1DFC-335E372F70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5743DF-D7E7-E90E-CA9E-BAAAC92DADA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B5737EE-7378-BF1C-66B4-65A411A198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429BE1-04B5-ED54-B6BF-BC8900D18882}"/>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472553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755E7-AAD8-4D81-EEDC-42AD30CFCF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E30C41-476D-29DB-06A6-86BFF6ECB67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CF454CF-BD0C-0F3D-954D-FBF5AEB20E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EA3142-435E-2E5F-3B5E-8499E068053A}"/>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8759895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F8854-B1EA-9CBE-BAD5-48DB3BBDAC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35C24D-64AE-1BB6-7BDA-4244E5A6A5B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7E01CA8-F3D5-8419-42E7-145C563AED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EC044F-AC89-5683-FF0A-F9AEFB487B96}"/>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9788413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6EDC3-3B70-6EE8-97D6-BDEC9B75DF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C41D53-D5D0-B73F-257B-068A20F85E8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012ACE5-2E8D-4938-7780-3B89CFF082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8B5350-08C1-96E1-CE9C-7A4CAF479717}"/>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0795305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3F965-8019-D823-7BAD-D470C68A05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75B392-3943-682D-27A5-463CDAFBFD3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9105E2A-C4C2-D018-396C-8791133767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7AC2F0-99DB-7C2C-C7F3-B5D3885D5A90}"/>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8411305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9653E-B647-7C3B-6093-8C5EA12FB7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0BFD8D-45B3-7533-085D-816002C42CE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920505A-6864-009B-0C86-00838F865D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611D8D-6575-5F2D-E026-FDA876C658CF}"/>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4531379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D2D09-6C75-D63A-0B23-EA96C66A7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9AF689-44EA-FEAD-7B43-953376F9F63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A8CEF14-9942-647B-48F7-CAE3FBD63A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D2CE28-999D-C44C-0175-59CFD95CA1E1}"/>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0375460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4E20C-1506-0C45-04D9-0DD13B492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550F61-92AF-F38D-36C1-9DCE287B78E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0EBD790-D5BA-48DD-5CFC-D530193260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5A5C28-E9BA-ABF4-7619-4D2303300072}"/>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3633210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9122B"/>
          </a:solidFill>
          <a:ln/>
        </p:spPr>
        <p:txBody>
          <a:bodyPr/>
          <a:lstStyle/>
          <a:p>
            <a:endParaRPr lang="en-IN"/>
          </a:p>
        </p:txBody>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9122B"/>
          </a:solidFill>
          <a:ln/>
        </p:spPr>
        <p:txBody>
          <a:bodyPr/>
          <a:lstStyle/>
          <a:p>
            <a:endParaRPr lang="en-IN"/>
          </a:p>
        </p:txBody>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9122B"/>
          </a:solidFill>
          <a:ln/>
        </p:spPr>
        <p:txBody>
          <a:bodyPr/>
          <a:lstStyle/>
          <a:p>
            <a:endParaRPr lang="en-IN"/>
          </a:p>
        </p:txBody>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9122B"/>
          </a:solidFill>
          <a:ln/>
        </p:spPr>
        <p:txBody>
          <a:bodyPr/>
          <a:lstStyle/>
          <a:p>
            <a:endParaRPr lang="en-IN"/>
          </a:p>
        </p:txBody>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9122B"/>
          </a:solidFill>
          <a:ln/>
        </p:spPr>
        <p:txBody>
          <a:bodyPr/>
          <a:lstStyle/>
          <a:p>
            <a:endParaRPr lang="en-IN"/>
          </a:p>
        </p:txBody>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9122B"/>
          </a:solidFill>
          <a:ln/>
        </p:spPr>
        <p:txBody>
          <a:bodyPr/>
          <a:lstStyle/>
          <a:p>
            <a:endParaRPr lang="en-IN"/>
          </a:p>
        </p:txBody>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9122B"/>
          </a:solidFill>
          <a:ln/>
        </p:spPr>
        <p:txBody>
          <a:bodyPr/>
          <a:lstStyle/>
          <a:p>
            <a:endParaRPr lang="en-IN"/>
          </a:p>
        </p:txBody>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9122B"/>
          </a:solidFill>
          <a:ln/>
        </p:spPr>
        <p:txBody>
          <a:bodyPr/>
          <a:lstStyle/>
          <a:p>
            <a:endParaRPr lang="en-IN"/>
          </a:p>
        </p:txBody>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7.svg"/><Relationship Id="rId4" Type="http://schemas.openxmlformats.org/officeDocument/2006/relationships/image" Target="../media/image6.svg"/></Relationships>
</file>

<file path=ppt/slides/_rels/slide1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9.sv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4.svg"/><Relationship Id="rId4" Type="http://schemas.openxmlformats.org/officeDocument/2006/relationships/image" Target="../media/image13.svg"/></Relationships>
</file>

<file path=ppt/slides/_rels/slide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B0108D4-C263-0625-7E9E-B8C64EA86104}"/>
              </a:ext>
            </a:extLst>
          </p:cNvPr>
          <p:cNvSpPr/>
          <p:nvPr/>
        </p:nvSpPr>
        <p:spPr>
          <a:xfrm>
            <a:off x="8044815" y="4612005"/>
            <a:ext cx="1038225" cy="501015"/>
          </a:xfrm>
          <a:prstGeom prst="rect">
            <a:avLst/>
          </a:prstGeom>
          <a:solidFill>
            <a:srgbClr val="09122B"/>
          </a:solidFill>
          <a:ln>
            <a:solidFill>
              <a:srgbClr val="09122B"/>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210AECBF-F333-F304-622B-F7A8EAB0BE73}"/>
              </a:ext>
            </a:extLst>
          </p:cNvPr>
          <p:cNvSpPr txBox="1"/>
          <p:nvPr/>
        </p:nvSpPr>
        <p:spPr>
          <a:xfrm>
            <a:off x="2491740" y="1996231"/>
            <a:ext cx="4160520" cy="830997"/>
          </a:xfrm>
          <a:prstGeom prst="rect">
            <a:avLst/>
          </a:prstGeom>
          <a:noFill/>
        </p:spPr>
        <p:txBody>
          <a:bodyPr wrap="square" rtlCol="0">
            <a:spAutoFit/>
          </a:bodyPr>
          <a:lstStyle/>
          <a:p>
            <a:pPr algn="ctr"/>
            <a:r>
              <a:rPr lang="en-US" sz="4800" b="1" dirty="0">
                <a:solidFill>
                  <a:schemeClr val="bg1"/>
                </a:solidFill>
              </a:rPr>
              <a:t>Hii EVERYONE</a:t>
            </a:r>
            <a:endParaRPr lang="en-IN" sz="3200" b="1" dirty="0">
              <a:solidFill>
                <a:schemeClr val="bg1"/>
              </a:solidFill>
            </a:endParaRPr>
          </a:p>
        </p:txBody>
      </p:sp>
    </p:spTree>
    <p:extLst>
      <p:ext uri="{BB962C8B-B14F-4D97-AF65-F5344CB8AC3E}">
        <p14:creationId xmlns:p14="http://schemas.microsoft.com/office/powerpoint/2010/main" val="1031973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6119" y="1408881"/>
            <a:ext cx="8151763" cy="1871216"/>
          </a:xfrm>
          <a:prstGeom prst="rect">
            <a:avLst/>
          </a:prstGeom>
          <a:noFill/>
          <a:ln/>
        </p:spPr>
        <p:txBody>
          <a:bodyPr wrap="square" lIns="0" tIns="0" rIns="0" bIns="0" rtlCol="0" anchor="t">
            <a:normAutofit lnSpcReduction="10000"/>
          </a:bodyPr>
          <a:lstStyle/>
          <a:p>
            <a:r>
              <a:rPr lang="en-IN" sz="6600" dirty="0">
                <a:solidFill>
                  <a:schemeClr val="bg1"/>
                </a:solidFill>
              </a:rPr>
              <a:t>NEXGENU – Career Acceleration Ecosystem</a:t>
            </a:r>
            <a:endParaRPr lang="en-US" sz="6100" dirty="0">
              <a:solidFill>
                <a:schemeClr val="bg1"/>
              </a:solidFill>
            </a:endParaRPr>
          </a:p>
        </p:txBody>
      </p:sp>
      <p:sp>
        <p:nvSpPr>
          <p:cNvPr id="3" name="Shape 1"/>
          <p:cNvSpPr/>
          <p:nvPr/>
        </p:nvSpPr>
        <p:spPr>
          <a:xfrm>
            <a:off x="295275" y="4345306"/>
            <a:ext cx="1285373" cy="374112"/>
          </a:xfrm>
          <a:prstGeom prst="roundRect">
            <a:avLst>
              <a:gd name="adj" fmla="val 43922"/>
            </a:avLst>
          </a:prstGeom>
          <a:solidFill>
            <a:srgbClr val="FFFFFF"/>
          </a:solidFill>
          <a:ln/>
        </p:spPr>
        <p:txBody>
          <a:bodyPr/>
          <a:lstStyle/>
          <a:p>
            <a:endParaRPr lang="en-IN"/>
          </a:p>
        </p:txBody>
      </p:sp>
      <p:sp>
        <p:nvSpPr>
          <p:cNvPr id="4" name="Text 2"/>
          <p:cNvSpPr/>
          <p:nvPr/>
        </p:nvSpPr>
        <p:spPr>
          <a:xfrm>
            <a:off x="424815" y="4416931"/>
            <a:ext cx="1041157" cy="221695"/>
          </a:xfrm>
          <a:prstGeom prst="rect">
            <a:avLst/>
          </a:prstGeom>
          <a:noFill/>
          <a:ln/>
        </p:spPr>
        <p:txBody>
          <a:bodyPr wrap="none" lIns="0" tIns="0" rIns="0" bIns="0" rtlCol="0" anchor="t"/>
          <a:lstStyle/>
          <a:p>
            <a:pPr marL="0" indent="0" algn="ctr">
              <a:lnSpc>
                <a:spcPct val="108000"/>
              </a:lnSpc>
              <a:buNone/>
            </a:pPr>
            <a:r>
              <a:rPr lang="en-US" sz="1600" dirty="0">
                <a:solidFill>
                  <a:srgbClr val="000000"/>
                </a:solidFill>
                <a:latin typeface="Schibsted Grotesk" pitchFamily="34" charset="0"/>
                <a:cs typeface="Schibsted Grotesk" pitchFamily="34" charset="-120"/>
              </a:rPr>
              <a:t>Founder</a:t>
            </a:r>
            <a:endParaRPr lang="en-US" sz="1600" dirty="0"/>
          </a:p>
        </p:txBody>
      </p:sp>
      <p:sp>
        <p:nvSpPr>
          <p:cNvPr id="5" name="Shape 3"/>
          <p:cNvSpPr/>
          <p:nvPr/>
        </p:nvSpPr>
        <p:spPr>
          <a:xfrm>
            <a:off x="1819275" y="4345306"/>
            <a:ext cx="1184910" cy="373433"/>
          </a:xfrm>
          <a:prstGeom prst="roundRect">
            <a:avLst>
              <a:gd name="adj" fmla="val 42193"/>
            </a:avLst>
          </a:prstGeom>
          <a:noFill/>
          <a:ln w="4763">
            <a:solidFill>
              <a:srgbClr val="4674E1"/>
            </a:solidFill>
            <a:prstDash val="solid"/>
          </a:ln>
        </p:spPr>
        <p:txBody>
          <a:bodyPr/>
          <a:lstStyle/>
          <a:p>
            <a:endParaRPr lang="en-IN"/>
          </a:p>
        </p:txBody>
      </p:sp>
      <p:sp>
        <p:nvSpPr>
          <p:cNvPr id="6" name="Text 4"/>
          <p:cNvSpPr/>
          <p:nvPr/>
        </p:nvSpPr>
        <p:spPr>
          <a:xfrm>
            <a:off x="1925232" y="4416930"/>
            <a:ext cx="991327" cy="221695"/>
          </a:xfrm>
          <a:prstGeom prst="rect">
            <a:avLst/>
          </a:prstGeom>
          <a:noFill/>
          <a:ln/>
        </p:spPr>
        <p:txBody>
          <a:bodyPr wrap="none" lIns="0" tIns="0" rIns="0" bIns="0" rtlCol="0" anchor="t"/>
          <a:lstStyle/>
          <a:p>
            <a:pPr marL="0" indent="0" algn="l">
              <a:lnSpc>
                <a:spcPct val="108000"/>
              </a:lnSpc>
              <a:buNone/>
            </a:pPr>
            <a:r>
              <a:rPr lang="en-US" sz="1400" dirty="0">
                <a:solidFill>
                  <a:srgbClr val="FFFFFF"/>
                </a:solidFill>
                <a:latin typeface="Schibsted Grotesk" pitchFamily="34" charset="0"/>
                <a:cs typeface="Schibsted Grotesk" pitchFamily="34" charset="-120"/>
              </a:rPr>
              <a:t>Challa Shiva</a:t>
            </a:r>
            <a:endParaRPr lang="en-US" sz="1400" dirty="0"/>
          </a:p>
        </p:txBody>
      </p:sp>
      <p:sp>
        <p:nvSpPr>
          <p:cNvPr id="7" name="Rectangle 6">
            <a:extLst>
              <a:ext uri="{FF2B5EF4-FFF2-40B4-BE49-F238E27FC236}">
                <a16:creationId xmlns:a16="http://schemas.microsoft.com/office/drawing/2014/main" id="{24D6006B-457F-9C93-C8B8-5CF0E80FF6DF}"/>
              </a:ext>
            </a:extLst>
          </p:cNvPr>
          <p:cNvSpPr/>
          <p:nvPr/>
        </p:nvSpPr>
        <p:spPr>
          <a:xfrm>
            <a:off x="7433225" y="4442313"/>
            <a:ext cx="1308295" cy="47830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b="1" spc="50">
              <a:ln w="0"/>
              <a:noFill/>
              <a:effectLst>
                <a:innerShdw blurRad="63500" dist="50800" dir="13500000">
                  <a:srgbClr val="000000">
                    <a:alpha val="50000"/>
                  </a:srgbClr>
                </a:innerShdw>
              </a:effectLst>
            </a:endParaRPr>
          </a:p>
        </p:txBody>
      </p:sp>
      <p:sp>
        <p:nvSpPr>
          <p:cNvPr id="8" name="Rectangle 7">
            <a:extLst>
              <a:ext uri="{FF2B5EF4-FFF2-40B4-BE49-F238E27FC236}">
                <a16:creationId xmlns:a16="http://schemas.microsoft.com/office/drawing/2014/main" id="{E2E1F6A2-14FF-774B-BFB7-A42F545718D9}"/>
              </a:ext>
            </a:extLst>
          </p:cNvPr>
          <p:cNvSpPr/>
          <p:nvPr/>
        </p:nvSpPr>
        <p:spPr>
          <a:xfrm>
            <a:off x="8044815" y="4612005"/>
            <a:ext cx="1038225" cy="501015"/>
          </a:xfrm>
          <a:prstGeom prst="rect">
            <a:avLst/>
          </a:prstGeom>
          <a:solidFill>
            <a:srgbClr val="09122B"/>
          </a:solidFill>
          <a:ln>
            <a:solidFill>
              <a:srgbClr val="09122B"/>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BB8DB145-B4D6-A8BD-C35F-F0B5B7AA9C06}"/>
              </a:ext>
            </a:extLst>
          </p:cNvPr>
          <p:cNvSpPr txBox="1"/>
          <p:nvPr/>
        </p:nvSpPr>
        <p:spPr>
          <a:xfrm>
            <a:off x="4684681" y="4256963"/>
            <a:ext cx="4575810" cy="646331"/>
          </a:xfrm>
          <a:prstGeom prst="rect">
            <a:avLst/>
          </a:prstGeom>
          <a:noFill/>
        </p:spPr>
        <p:txBody>
          <a:bodyPr wrap="square">
            <a:spAutoFit/>
          </a:bodyPr>
          <a:lstStyle/>
          <a:p>
            <a:r>
              <a:rPr lang="en-US" dirty="0">
                <a:solidFill>
                  <a:schemeClr val="bg1"/>
                </a:solidFill>
              </a:rPr>
              <a:t>An Integrated EdTech &amp; Placement Platform</a:t>
            </a:r>
          </a:p>
          <a:p>
            <a:r>
              <a:rPr lang="en-US" dirty="0">
                <a:solidFill>
                  <a:schemeClr val="bg1"/>
                </a:solidFill>
              </a:rPr>
              <a:t>Bridging Education and Employment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5" name="Text 3"/>
          <p:cNvSpPr/>
          <p:nvPr/>
        </p:nvSpPr>
        <p:spPr>
          <a:xfrm>
            <a:off x="477069" y="1061143"/>
            <a:ext cx="8151763" cy="712217"/>
          </a:xfrm>
          <a:prstGeom prst="rect">
            <a:avLst/>
          </a:prstGeom>
          <a:noFill/>
          <a:ln/>
        </p:spPr>
        <p:txBody>
          <a:bodyPr wrap="square" lIns="0" tIns="0" rIns="0" bIns="0" rtlCol="0" anchor="t">
            <a:normAutofit/>
          </a:bodyPr>
          <a:lstStyle/>
          <a:p>
            <a:pPr marL="0" indent="0" algn="l">
              <a:lnSpc>
                <a:spcPct val="108000"/>
              </a:lnSpc>
              <a:spcAft>
                <a:spcPts val="1250"/>
              </a:spcAft>
              <a:buNone/>
            </a:pPr>
            <a:endParaRPr lang="en-US" sz="1100" dirty="0"/>
          </a:p>
        </p:txBody>
      </p:sp>
      <p:sp>
        <p:nvSpPr>
          <p:cNvPr id="6" name="Shape 4"/>
          <p:cNvSpPr/>
          <p:nvPr/>
        </p:nvSpPr>
        <p:spPr>
          <a:xfrm>
            <a:off x="470268" y="1202029"/>
            <a:ext cx="38100" cy="725612"/>
          </a:xfrm>
          <a:prstGeom prst="rect">
            <a:avLst/>
          </a:prstGeom>
          <a:solidFill>
            <a:srgbClr val="4674E1"/>
          </a:solidFill>
          <a:ln/>
        </p:spPr>
        <p:txBody>
          <a:bodyPr/>
          <a:lstStyle/>
          <a:p>
            <a:endParaRPr lang="en-IN"/>
          </a:p>
        </p:txBody>
      </p:sp>
      <p:sp>
        <p:nvSpPr>
          <p:cNvPr id="7" name="Text 5"/>
          <p:cNvSpPr/>
          <p:nvPr/>
        </p:nvSpPr>
        <p:spPr>
          <a:xfrm>
            <a:off x="709285" y="1303933"/>
            <a:ext cx="3484543" cy="233958"/>
          </a:xfrm>
          <a:prstGeom prst="rect">
            <a:avLst/>
          </a:prstGeom>
          <a:noFill/>
          <a:ln/>
        </p:spPr>
        <p:txBody>
          <a:bodyPr wrap="none" lIns="0" tIns="0" rIns="0" bIns="0" rtlCol="0" anchor="t"/>
          <a:lstStyle/>
          <a:p>
            <a:r>
              <a:rPr lang="en-US" sz="1600" dirty="0">
                <a:solidFill>
                  <a:srgbClr val="DCE6F8"/>
                </a:solidFill>
              </a:rPr>
              <a:t>Skill Gap Between Education and Industry</a:t>
            </a:r>
            <a:endParaRPr lang="en-US" sz="1500" dirty="0">
              <a:solidFill>
                <a:srgbClr val="DCE6F8"/>
              </a:solidFill>
            </a:endParaRPr>
          </a:p>
        </p:txBody>
      </p:sp>
      <p:sp>
        <p:nvSpPr>
          <p:cNvPr id="8" name="Text 6"/>
          <p:cNvSpPr/>
          <p:nvPr/>
        </p:nvSpPr>
        <p:spPr>
          <a:xfrm>
            <a:off x="709285" y="1783843"/>
            <a:ext cx="3630897" cy="1828277"/>
          </a:xfrm>
          <a:prstGeom prst="rect">
            <a:avLst/>
          </a:prstGeom>
          <a:noFill/>
          <a:ln/>
        </p:spPr>
        <p:txBody>
          <a:bodyPr wrap="square" lIns="0" tIns="0" rIns="0" bIns="0" rtlCol="0" anchor="t">
            <a:normAutofit/>
          </a:bodyPr>
          <a:lstStyle/>
          <a:p>
            <a:pPr algn="just">
              <a:lnSpc>
                <a:spcPct val="108000"/>
              </a:lnSpc>
            </a:pPr>
            <a:r>
              <a:rPr lang="en-US" sz="900" dirty="0">
                <a:solidFill>
                  <a:srgbClr val="DCE6F8"/>
                </a:solidFill>
              </a:rPr>
              <a:t>The current education system focuses heavily on theoretical learning, marks, and CGPA rather than practical skill development and innovation. As a result, many students graduate without industry-ready skills, real-world project experience, coding proficiency, or exposure to modern technologies and future job trends. This creates a significant gap between academic education and actual industry requirements, making graduates underprepared for employment opportunities.</a:t>
            </a:r>
            <a:endParaRPr lang="en-US" sz="500" dirty="0">
              <a:solidFill>
                <a:srgbClr val="DCE6F8"/>
              </a:solidFill>
            </a:endParaRPr>
          </a:p>
        </p:txBody>
      </p:sp>
      <p:sp>
        <p:nvSpPr>
          <p:cNvPr id="9" name="Shape 7"/>
          <p:cNvSpPr/>
          <p:nvPr/>
        </p:nvSpPr>
        <p:spPr>
          <a:xfrm>
            <a:off x="4603403" y="1202029"/>
            <a:ext cx="38100" cy="725612"/>
          </a:xfrm>
          <a:prstGeom prst="rect">
            <a:avLst/>
          </a:prstGeom>
          <a:solidFill>
            <a:srgbClr val="8FADEB"/>
          </a:solidFill>
          <a:ln/>
        </p:spPr>
        <p:txBody>
          <a:bodyPr/>
          <a:lstStyle/>
          <a:p>
            <a:endParaRPr lang="en-IN"/>
          </a:p>
        </p:txBody>
      </p:sp>
      <p:sp>
        <p:nvSpPr>
          <p:cNvPr id="10" name="Text 8"/>
          <p:cNvSpPr/>
          <p:nvPr/>
        </p:nvSpPr>
        <p:spPr>
          <a:xfrm>
            <a:off x="4840412" y="1202029"/>
            <a:ext cx="3965525" cy="501015"/>
          </a:xfrm>
          <a:prstGeom prst="rect">
            <a:avLst/>
          </a:prstGeom>
          <a:noFill/>
          <a:ln/>
        </p:spPr>
        <p:txBody>
          <a:bodyPr wrap="none" lIns="0" tIns="0" rIns="0" bIns="0" rtlCol="0" anchor="t"/>
          <a:lstStyle/>
          <a:p>
            <a:r>
              <a:rPr lang="en-US" sz="1600" dirty="0">
                <a:solidFill>
                  <a:srgbClr val="DCE6F8"/>
                </a:solidFill>
              </a:rPr>
              <a:t>Unequal Career Opportunities and Lack of </a:t>
            </a:r>
          </a:p>
          <a:p>
            <a:r>
              <a:rPr lang="en-US" sz="1600" dirty="0">
                <a:solidFill>
                  <a:srgbClr val="DCE6F8"/>
                </a:solidFill>
              </a:rPr>
              <a:t>Guidance</a:t>
            </a:r>
            <a:endParaRPr lang="en-US" sz="1500" dirty="0">
              <a:solidFill>
                <a:srgbClr val="DCE6F8"/>
              </a:solidFill>
            </a:endParaRPr>
          </a:p>
        </p:txBody>
      </p:sp>
      <p:sp>
        <p:nvSpPr>
          <p:cNvPr id="12" name="Shape 10"/>
          <p:cNvSpPr/>
          <p:nvPr/>
        </p:nvSpPr>
        <p:spPr>
          <a:xfrm>
            <a:off x="477069" y="3096875"/>
            <a:ext cx="38100" cy="725612"/>
          </a:xfrm>
          <a:prstGeom prst="rect">
            <a:avLst/>
          </a:prstGeom>
          <a:solidFill>
            <a:srgbClr val="DCE6F8"/>
          </a:solidFill>
          <a:ln/>
        </p:spPr>
        <p:txBody>
          <a:bodyPr/>
          <a:lstStyle/>
          <a:p>
            <a:endParaRPr lang="en-IN"/>
          </a:p>
        </p:txBody>
      </p:sp>
      <p:sp>
        <p:nvSpPr>
          <p:cNvPr id="13" name="Text 11"/>
          <p:cNvSpPr/>
          <p:nvPr/>
        </p:nvSpPr>
        <p:spPr>
          <a:xfrm>
            <a:off x="693634" y="3158721"/>
            <a:ext cx="3662197" cy="527433"/>
          </a:xfrm>
          <a:prstGeom prst="rect">
            <a:avLst/>
          </a:prstGeom>
          <a:noFill/>
          <a:ln/>
        </p:spPr>
        <p:txBody>
          <a:bodyPr wrap="none" lIns="0" tIns="0" rIns="0" bIns="0" rtlCol="0" anchor="t"/>
          <a:lstStyle/>
          <a:p>
            <a:r>
              <a:rPr lang="en-US" sz="1600" dirty="0">
                <a:solidFill>
                  <a:srgbClr val="DCE6F8"/>
                </a:solidFill>
              </a:rPr>
              <a:t>Ineffective Employability Preparation and </a:t>
            </a:r>
          </a:p>
          <a:p>
            <a:r>
              <a:rPr lang="en-US" sz="1600" dirty="0">
                <a:solidFill>
                  <a:srgbClr val="DCE6F8"/>
                </a:solidFill>
              </a:rPr>
              <a:t>Hiring Challenges</a:t>
            </a:r>
            <a:endParaRPr lang="en-US" sz="1500" dirty="0"/>
          </a:p>
        </p:txBody>
      </p:sp>
      <p:sp>
        <p:nvSpPr>
          <p:cNvPr id="14" name="Text 12"/>
          <p:cNvSpPr/>
          <p:nvPr/>
        </p:nvSpPr>
        <p:spPr>
          <a:xfrm>
            <a:off x="693634" y="3768320"/>
            <a:ext cx="3807396" cy="869632"/>
          </a:xfrm>
          <a:prstGeom prst="rect">
            <a:avLst/>
          </a:prstGeom>
          <a:noFill/>
          <a:ln/>
        </p:spPr>
        <p:txBody>
          <a:bodyPr wrap="square" lIns="0" tIns="0" rIns="0" bIns="0" rtlCol="0" anchor="t">
            <a:noAutofit/>
          </a:bodyPr>
          <a:lstStyle/>
          <a:p>
            <a:pPr>
              <a:lnSpc>
                <a:spcPct val="108000"/>
              </a:lnSpc>
            </a:pPr>
            <a:r>
              <a:rPr lang="en-US" sz="900" dirty="0">
                <a:solidFill>
                  <a:srgbClr val="DCE6F8"/>
                </a:solidFill>
              </a:rPr>
              <a:t>A large number of students struggle with resume building, LinkedIn optimization, interview preparation, and ATS-compatible profiles despite having strong academic performance. Many talented candidates are rejected due to backlog history or poorly structured resumes rather than their actual skills and capabilities. Existing training institutes often provide expensive placement-oriented programs that focus more on assistance than measurable career outcomes, leaving students inadequately prepared for competitive recruitment processes.</a:t>
            </a:r>
          </a:p>
        </p:txBody>
      </p:sp>
      <p:sp>
        <p:nvSpPr>
          <p:cNvPr id="15" name="Shape 13"/>
          <p:cNvSpPr/>
          <p:nvPr/>
        </p:nvSpPr>
        <p:spPr>
          <a:xfrm>
            <a:off x="4603403" y="3059631"/>
            <a:ext cx="38100" cy="725612"/>
          </a:xfrm>
          <a:prstGeom prst="rect">
            <a:avLst/>
          </a:prstGeom>
          <a:solidFill>
            <a:srgbClr val="FFFFFF"/>
          </a:solidFill>
          <a:ln/>
        </p:spPr>
        <p:txBody>
          <a:bodyPr/>
          <a:lstStyle/>
          <a:p>
            <a:endParaRPr lang="en-IN"/>
          </a:p>
        </p:txBody>
      </p:sp>
      <p:sp>
        <p:nvSpPr>
          <p:cNvPr id="16" name="Text 14"/>
          <p:cNvSpPr/>
          <p:nvPr/>
        </p:nvSpPr>
        <p:spPr>
          <a:xfrm>
            <a:off x="4889075" y="3165685"/>
            <a:ext cx="3826519" cy="602635"/>
          </a:xfrm>
          <a:prstGeom prst="rect">
            <a:avLst/>
          </a:prstGeom>
          <a:noFill/>
          <a:ln/>
        </p:spPr>
        <p:txBody>
          <a:bodyPr wrap="none" lIns="0" tIns="0" rIns="0" bIns="0" rtlCol="0" anchor="t"/>
          <a:lstStyle/>
          <a:p>
            <a:r>
              <a:rPr lang="en-US" sz="1600" dirty="0">
                <a:solidFill>
                  <a:srgbClr val="DCE6F8"/>
                </a:solidFill>
              </a:rPr>
              <a:t>Limited Accessibility, Transparency, and </a:t>
            </a:r>
          </a:p>
          <a:p>
            <a:r>
              <a:rPr lang="en-US" sz="1600" dirty="0">
                <a:solidFill>
                  <a:srgbClr val="DCE6F8"/>
                </a:solidFill>
              </a:rPr>
              <a:t>Affordable Career Support</a:t>
            </a:r>
            <a:endParaRPr lang="en-US" sz="1500" dirty="0">
              <a:solidFill>
                <a:srgbClr val="DCE6F8"/>
              </a:solidFill>
            </a:endParaRPr>
          </a:p>
        </p:txBody>
      </p:sp>
      <p:sp>
        <p:nvSpPr>
          <p:cNvPr id="17" name="Text 15"/>
          <p:cNvSpPr/>
          <p:nvPr/>
        </p:nvSpPr>
        <p:spPr>
          <a:xfrm>
            <a:off x="4889075" y="3768389"/>
            <a:ext cx="3807470" cy="1141094"/>
          </a:xfrm>
          <a:prstGeom prst="rect">
            <a:avLst/>
          </a:prstGeom>
          <a:noFill/>
          <a:ln/>
        </p:spPr>
        <p:txBody>
          <a:bodyPr wrap="square" lIns="0" tIns="0" rIns="0" bIns="0" rtlCol="0" anchor="t">
            <a:normAutofit/>
          </a:bodyPr>
          <a:lstStyle/>
          <a:p>
            <a:pPr algn="just">
              <a:lnSpc>
                <a:spcPct val="108000"/>
              </a:lnSpc>
            </a:pPr>
            <a:r>
              <a:rPr lang="en-US" sz="900" dirty="0">
                <a:solidFill>
                  <a:srgbClr val="DCE6F8"/>
                </a:solidFill>
                <a:latin typeface="Schibsted Grotesk" pitchFamily="34" charset="0"/>
                <a:ea typeface="Schibsted Grotesk" pitchFamily="34" charset="-122"/>
                <a:cs typeface="Schibsted Grotesk" pitchFamily="34" charset="-120"/>
              </a:rPr>
              <a:t> </a:t>
            </a:r>
            <a:r>
              <a:rPr lang="en-US" sz="900" dirty="0">
                <a:solidFill>
                  <a:srgbClr val="DCE6F8"/>
                </a:solidFill>
              </a:rPr>
              <a:t>Students and parents lack transparent systems to track skill development, career progress, and employability growth throughout the learning journey. At the same time, access to quality mock tests, analytics, skill-building platforms, and career preparation resources remains expensive and inaccessible for many low-income students. This creates barriers for deserving candidates who require affordable, outcome-driven learning ecosystems that support continuous growth, assessment, and equal employment opportunities.</a:t>
            </a:r>
          </a:p>
        </p:txBody>
      </p:sp>
      <p:sp>
        <p:nvSpPr>
          <p:cNvPr id="18" name="Rectangle 17">
            <a:extLst>
              <a:ext uri="{FF2B5EF4-FFF2-40B4-BE49-F238E27FC236}">
                <a16:creationId xmlns:a16="http://schemas.microsoft.com/office/drawing/2014/main" id="{9CF5237F-25E6-3EB8-8233-86511C7293E5}"/>
              </a:ext>
            </a:extLst>
          </p:cNvPr>
          <p:cNvSpPr/>
          <p:nvPr/>
        </p:nvSpPr>
        <p:spPr>
          <a:xfrm>
            <a:off x="8044815" y="4612005"/>
            <a:ext cx="1038225" cy="501015"/>
          </a:xfrm>
          <a:prstGeom prst="rect">
            <a:avLst/>
          </a:prstGeom>
          <a:solidFill>
            <a:srgbClr val="09122B"/>
          </a:solidFill>
          <a:ln>
            <a:solidFill>
              <a:srgbClr val="09122B"/>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9" name="Text 2">
            <a:extLst>
              <a:ext uri="{FF2B5EF4-FFF2-40B4-BE49-F238E27FC236}">
                <a16:creationId xmlns:a16="http://schemas.microsoft.com/office/drawing/2014/main" id="{E32F48EE-2482-99F0-7A47-BC917FC7A53A}"/>
              </a:ext>
            </a:extLst>
          </p:cNvPr>
          <p:cNvSpPr/>
          <p:nvPr/>
        </p:nvSpPr>
        <p:spPr>
          <a:xfrm>
            <a:off x="515169" y="234017"/>
            <a:ext cx="5552405" cy="467767"/>
          </a:xfrm>
          <a:prstGeom prst="rect">
            <a:avLst/>
          </a:prstGeom>
          <a:noFill/>
          <a:ln/>
        </p:spPr>
        <p:txBody>
          <a:bodyPr wrap="none" lIns="0" tIns="0" rIns="0" bIns="0" rtlCol="0" anchor="t"/>
          <a:lstStyle/>
          <a:p>
            <a:r>
              <a:rPr lang="en-US" sz="3050" b="1" dirty="0">
                <a:solidFill>
                  <a:srgbClr val="DCE6F8"/>
                </a:solidFill>
                <a:latin typeface="Schibsted Grotesk" pitchFamily="34" charset="0"/>
                <a:cs typeface="Schibsted Grotesk" pitchFamily="34" charset="-120"/>
              </a:rPr>
              <a:t>Problem Statement </a:t>
            </a:r>
            <a:endParaRPr lang="en-US" sz="3050" dirty="0">
              <a:solidFill>
                <a:srgbClr val="DCE6F8"/>
              </a:solidFill>
            </a:endParaRPr>
          </a:p>
        </p:txBody>
      </p:sp>
      <p:sp>
        <p:nvSpPr>
          <p:cNvPr id="20" name="Text 6">
            <a:extLst>
              <a:ext uri="{FF2B5EF4-FFF2-40B4-BE49-F238E27FC236}">
                <a16:creationId xmlns:a16="http://schemas.microsoft.com/office/drawing/2014/main" id="{2FC7FED9-402A-463E-157D-D0A22BC7CFA4}"/>
              </a:ext>
            </a:extLst>
          </p:cNvPr>
          <p:cNvSpPr/>
          <p:nvPr/>
        </p:nvSpPr>
        <p:spPr>
          <a:xfrm>
            <a:off x="4840412" y="1792114"/>
            <a:ext cx="3965525" cy="1466684"/>
          </a:xfrm>
          <a:prstGeom prst="rect">
            <a:avLst/>
          </a:prstGeom>
          <a:noFill/>
          <a:ln/>
        </p:spPr>
        <p:txBody>
          <a:bodyPr wrap="square" lIns="0" tIns="0" rIns="0" bIns="0" rtlCol="0" anchor="t">
            <a:normAutofit/>
          </a:bodyPr>
          <a:lstStyle/>
          <a:p>
            <a:pPr algn="just">
              <a:lnSpc>
                <a:spcPct val="108000"/>
              </a:lnSpc>
            </a:pPr>
            <a:r>
              <a:rPr lang="en-US" sz="900" dirty="0">
                <a:solidFill>
                  <a:srgbClr val="DCE6F8"/>
                </a:solidFill>
              </a:rPr>
              <a:t>Students from Tier 2 and Tier 3 colleges often face limited access to quality mentorship, internships, hackathons, workshops, startup incubation, and professional networking opportunities compared to students from Tier 1 institutions. Additionally, many students do not receive structured career roadmaps, career clarity, or entrepreneurship guidance from the beginning of their academic journey. This lack of exposure and direction reduces student confidence and limits their career growth potential</a:t>
            </a:r>
            <a:endParaRPr lang="en-US" sz="600" dirty="0">
              <a:solidFill>
                <a:srgbClr val="DCE6F8"/>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5" name="Text 3"/>
          <p:cNvSpPr/>
          <p:nvPr/>
        </p:nvSpPr>
        <p:spPr>
          <a:xfrm>
            <a:off x="496118" y="2781495"/>
            <a:ext cx="8151763" cy="883825"/>
          </a:xfrm>
          <a:prstGeom prst="rect">
            <a:avLst/>
          </a:prstGeom>
          <a:noFill/>
          <a:ln/>
        </p:spPr>
        <p:txBody>
          <a:bodyPr wrap="square" lIns="0" tIns="0" rIns="0" bIns="0" rtlCol="0" anchor="t">
            <a:normAutofit/>
          </a:bodyPr>
          <a:lstStyle/>
          <a:p>
            <a:pPr>
              <a:lnSpc>
                <a:spcPct val="108000"/>
              </a:lnSpc>
              <a:spcAft>
                <a:spcPts val="1250"/>
              </a:spcAft>
            </a:pPr>
            <a:r>
              <a:rPr lang="en-US" sz="1400" dirty="0">
                <a:solidFill>
                  <a:schemeClr val="bg1"/>
                </a:solidFill>
              </a:rPr>
              <a:t>Our EduTech startup is a career-focused learning ecosystem designed to bridge the critical gap between education and employment. The platform empowers students, graduates, and early professionals with industry-relevant skills, practical learning experiences, career guidance, and direct employment opportunities.</a:t>
            </a:r>
          </a:p>
        </p:txBody>
      </p:sp>
      <p:sp>
        <p:nvSpPr>
          <p:cNvPr id="15" name="Rectangle 14">
            <a:extLst>
              <a:ext uri="{FF2B5EF4-FFF2-40B4-BE49-F238E27FC236}">
                <a16:creationId xmlns:a16="http://schemas.microsoft.com/office/drawing/2014/main" id="{33BAE625-30A4-5638-FA73-C1B2C6B924C3}"/>
              </a:ext>
            </a:extLst>
          </p:cNvPr>
          <p:cNvSpPr/>
          <p:nvPr/>
        </p:nvSpPr>
        <p:spPr>
          <a:xfrm>
            <a:off x="8044815" y="4612005"/>
            <a:ext cx="1038225" cy="501015"/>
          </a:xfrm>
          <a:prstGeom prst="rect">
            <a:avLst/>
          </a:prstGeom>
          <a:solidFill>
            <a:srgbClr val="09122B"/>
          </a:solidFill>
          <a:ln>
            <a:solidFill>
              <a:srgbClr val="09122B"/>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 name="Text 2">
            <a:extLst>
              <a:ext uri="{FF2B5EF4-FFF2-40B4-BE49-F238E27FC236}">
                <a16:creationId xmlns:a16="http://schemas.microsoft.com/office/drawing/2014/main" id="{0D63200E-4799-11CE-EA00-D68D01FA5C69}"/>
              </a:ext>
            </a:extLst>
          </p:cNvPr>
          <p:cNvSpPr/>
          <p:nvPr/>
        </p:nvSpPr>
        <p:spPr>
          <a:xfrm>
            <a:off x="365080" y="1161435"/>
            <a:ext cx="6279559" cy="1039074"/>
          </a:xfrm>
          <a:prstGeom prst="rect">
            <a:avLst/>
          </a:prstGeom>
          <a:noFill/>
          <a:ln/>
        </p:spPr>
        <p:txBody>
          <a:bodyPr wrap="square" lIns="0" tIns="0" rIns="0" bIns="0" rtlCol="0" anchor="t">
            <a:normAutofit/>
          </a:bodyPr>
          <a:lstStyle/>
          <a:p>
            <a:pPr marL="0" indent="0" algn="l">
              <a:lnSpc>
                <a:spcPct val="104000"/>
              </a:lnSpc>
              <a:buNone/>
            </a:pPr>
            <a:r>
              <a:rPr lang="en-US" sz="2750" b="1" dirty="0">
                <a:solidFill>
                  <a:srgbClr val="FFFFFF"/>
                </a:solidFill>
                <a:latin typeface="Syne Bold" panose="020B0604020202020204" charset="0"/>
                <a:ea typeface="Syne Bold" pitchFamily="34" charset="-122"/>
                <a:cs typeface="Syne Bold" pitchFamily="34" charset="-120"/>
              </a:rPr>
              <a:t>Revolutionising the Future </a:t>
            </a:r>
            <a:r>
              <a:rPr lang="en-US" sz="2750" b="1" dirty="0" err="1">
                <a:solidFill>
                  <a:srgbClr val="FFFFFF"/>
                </a:solidFill>
                <a:latin typeface="Syne Bold" panose="020B0604020202020204" charset="0"/>
                <a:ea typeface="Syne Bold" pitchFamily="34" charset="-122"/>
                <a:cs typeface="Syne Bold" pitchFamily="34" charset="-120"/>
              </a:rPr>
              <a:t>EduTech</a:t>
            </a:r>
            <a:r>
              <a:rPr lang="en-US" sz="2750" b="1" dirty="0">
                <a:solidFill>
                  <a:srgbClr val="FFFFFF"/>
                </a:solidFill>
                <a:latin typeface="Syne Bold" panose="020B0604020202020204" charset="0"/>
                <a:ea typeface="Syne Bold" pitchFamily="34" charset="-122"/>
                <a:cs typeface="Syne Bold" pitchFamily="34" charset="-120"/>
              </a:rPr>
              <a:t> Platform</a:t>
            </a:r>
            <a:endParaRPr lang="en-US" sz="2750" b="1" dirty="0">
              <a:latin typeface="Syne Bold" panose="020B060402020202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7B198-FF2E-182E-8E74-A55DED0511AF}"/>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64C7210C-4CFF-4B6E-493A-558B986F59E8}"/>
              </a:ext>
            </a:extLst>
          </p:cNvPr>
          <p:cNvSpPr/>
          <p:nvPr/>
        </p:nvSpPr>
        <p:spPr>
          <a:xfrm>
            <a:off x="477069" y="527987"/>
            <a:ext cx="5552405" cy="467767"/>
          </a:xfrm>
          <a:prstGeom prst="rect">
            <a:avLst/>
          </a:prstGeom>
          <a:noFill/>
          <a:ln/>
        </p:spPr>
        <p:txBody>
          <a:bodyPr wrap="none" lIns="0" tIns="0" rIns="0" bIns="0" rtlCol="0" anchor="t"/>
          <a:lstStyle/>
          <a:p>
            <a:r>
              <a:rPr lang="en-IN" sz="3200" b="1" dirty="0">
                <a:solidFill>
                  <a:srgbClr val="DCE6F8"/>
                </a:solidFill>
              </a:rPr>
              <a:t>Vision of NexGenU</a:t>
            </a:r>
            <a:endParaRPr lang="en-US" sz="4400" dirty="0">
              <a:solidFill>
                <a:srgbClr val="DCE6F8"/>
              </a:solidFill>
            </a:endParaRPr>
          </a:p>
        </p:txBody>
      </p:sp>
      <p:sp>
        <p:nvSpPr>
          <p:cNvPr id="5" name="Text 3">
            <a:extLst>
              <a:ext uri="{FF2B5EF4-FFF2-40B4-BE49-F238E27FC236}">
                <a16:creationId xmlns:a16="http://schemas.microsoft.com/office/drawing/2014/main" id="{5D8ECFE4-14ED-A69A-0EE4-B13CD42BCBC9}"/>
              </a:ext>
            </a:extLst>
          </p:cNvPr>
          <p:cNvSpPr/>
          <p:nvPr/>
        </p:nvSpPr>
        <p:spPr>
          <a:xfrm>
            <a:off x="496118" y="2229802"/>
            <a:ext cx="8151763" cy="883825"/>
          </a:xfrm>
          <a:prstGeom prst="rect">
            <a:avLst/>
          </a:prstGeom>
          <a:noFill/>
          <a:ln/>
        </p:spPr>
        <p:txBody>
          <a:bodyPr wrap="square" lIns="0" tIns="0" rIns="0" bIns="0" rtlCol="0" anchor="t">
            <a:normAutofit/>
          </a:bodyPr>
          <a:lstStyle/>
          <a:p>
            <a:pPr>
              <a:lnSpc>
                <a:spcPct val="108000"/>
              </a:lnSpc>
              <a:spcAft>
                <a:spcPts val="1250"/>
              </a:spcAft>
            </a:pPr>
            <a:r>
              <a:rPr lang="en-IN" b="1" dirty="0">
                <a:solidFill>
                  <a:srgbClr val="DCE6F8"/>
                </a:solidFill>
              </a:rPr>
              <a:t>NexGenU aims to become a complete student success ecosystem where students can</a:t>
            </a:r>
            <a:endParaRPr lang="en-US" sz="1400" b="1" dirty="0">
              <a:solidFill>
                <a:srgbClr val="DCE6F8"/>
              </a:solidFill>
            </a:endParaRPr>
          </a:p>
        </p:txBody>
      </p:sp>
      <p:sp>
        <p:nvSpPr>
          <p:cNvPr id="15" name="Rectangle 14">
            <a:extLst>
              <a:ext uri="{FF2B5EF4-FFF2-40B4-BE49-F238E27FC236}">
                <a16:creationId xmlns:a16="http://schemas.microsoft.com/office/drawing/2014/main" id="{8A45DCF0-8B88-D0A6-BAF6-47CB8971775C}"/>
              </a:ext>
            </a:extLst>
          </p:cNvPr>
          <p:cNvSpPr/>
          <p:nvPr/>
        </p:nvSpPr>
        <p:spPr>
          <a:xfrm>
            <a:off x="8044815" y="4612005"/>
            <a:ext cx="1038225" cy="501015"/>
          </a:xfrm>
          <a:prstGeom prst="rect">
            <a:avLst/>
          </a:prstGeom>
          <a:solidFill>
            <a:srgbClr val="09122B"/>
          </a:solidFill>
          <a:ln>
            <a:solidFill>
              <a:srgbClr val="09122B"/>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9841A703-72F9-72B5-713C-1DF7CA15FFFB}"/>
              </a:ext>
            </a:extLst>
          </p:cNvPr>
          <p:cNvSpPr txBox="1"/>
          <p:nvPr/>
        </p:nvSpPr>
        <p:spPr>
          <a:xfrm>
            <a:off x="2474976" y="2714482"/>
            <a:ext cx="4194048" cy="369332"/>
          </a:xfrm>
          <a:prstGeom prst="rect">
            <a:avLst/>
          </a:prstGeom>
          <a:noFill/>
        </p:spPr>
        <p:txBody>
          <a:bodyPr wrap="square">
            <a:spAutoFit/>
          </a:bodyPr>
          <a:lstStyle/>
          <a:p>
            <a:r>
              <a:rPr lang="en-US" dirty="0">
                <a:solidFill>
                  <a:srgbClr val="DCE6F8"/>
                </a:solidFill>
              </a:rPr>
              <a:t> achieve their dream goal or to lead career</a:t>
            </a:r>
            <a:endParaRPr lang="en-IN" dirty="0">
              <a:solidFill>
                <a:srgbClr val="DCE6F8"/>
              </a:solidFill>
            </a:endParaRPr>
          </a:p>
        </p:txBody>
      </p:sp>
    </p:spTree>
    <p:extLst>
      <p:ext uri="{BB962C8B-B14F-4D97-AF65-F5344CB8AC3E}">
        <p14:creationId xmlns:p14="http://schemas.microsoft.com/office/powerpoint/2010/main" val="767940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1C796-8639-99C0-FDDA-D6F18BB473AC}"/>
            </a:ext>
          </a:extLst>
        </p:cNvPr>
        <p:cNvGrpSpPr/>
        <p:nvPr/>
      </p:nvGrpSpPr>
      <p:grpSpPr>
        <a:xfrm>
          <a:off x="0" y="0"/>
          <a:ext cx="0" cy="0"/>
          <a:chOff x="0" y="0"/>
          <a:chExt cx="0" cy="0"/>
        </a:xfrm>
      </p:grpSpPr>
      <p:sp>
        <p:nvSpPr>
          <p:cNvPr id="5" name="Text 3">
            <a:extLst>
              <a:ext uri="{FF2B5EF4-FFF2-40B4-BE49-F238E27FC236}">
                <a16:creationId xmlns:a16="http://schemas.microsoft.com/office/drawing/2014/main" id="{EE10A287-2606-CBD6-FB8A-260877CB70B9}"/>
              </a:ext>
            </a:extLst>
          </p:cNvPr>
          <p:cNvSpPr/>
          <p:nvPr/>
        </p:nvSpPr>
        <p:spPr>
          <a:xfrm>
            <a:off x="2291788" y="1687925"/>
            <a:ext cx="4838218" cy="883825"/>
          </a:xfrm>
          <a:prstGeom prst="rect">
            <a:avLst/>
          </a:prstGeom>
          <a:noFill/>
          <a:ln/>
        </p:spPr>
        <p:txBody>
          <a:bodyPr wrap="square" lIns="0" tIns="0" rIns="0" bIns="0" rtlCol="0" anchor="t">
            <a:normAutofit/>
          </a:bodyPr>
          <a:lstStyle/>
          <a:p>
            <a:pPr>
              <a:lnSpc>
                <a:spcPct val="108000"/>
              </a:lnSpc>
              <a:spcAft>
                <a:spcPts val="1250"/>
              </a:spcAft>
            </a:pPr>
            <a:endParaRPr lang="en-US" sz="1400" dirty="0">
              <a:solidFill>
                <a:schemeClr val="bg1"/>
              </a:solidFill>
            </a:endParaRPr>
          </a:p>
        </p:txBody>
      </p:sp>
      <p:sp>
        <p:nvSpPr>
          <p:cNvPr id="6" name="Shape 4">
            <a:extLst>
              <a:ext uri="{FF2B5EF4-FFF2-40B4-BE49-F238E27FC236}">
                <a16:creationId xmlns:a16="http://schemas.microsoft.com/office/drawing/2014/main" id="{A77FA8B6-997B-248E-4BD6-308DBDF27FE2}"/>
              </a:ext>
            </a:extLst>
          </p:cNvPr>
          <p:cNvSpPr/>
          <p:nvPr/>
        </p:nvSpPr>
        <p:spPr>
          <a:xfrm>
            <a:off x="3253383" y="3993913"/>
            <a:ext cx="2637234" cy="38100"/>
          </a:xfrm>
          <a:prstGeom prst="rect">
            <a:avLst/>
          </a:prstGeom>
          <a:solidFill>
            <a:srgbClr val="4674E1"/>
          </a:solidFill>
          <a:ln/>
        </p:spPr>
        <p:txBody>
          <a:bodyPr/>
          <a:lstStyle/>
          <a:p>
            <a:endParaRPr lang="en-IN"/>
          </a:p>
        </p:txBody>
      </p:sp>
      <p:sp>
        <p:nvSpPr>
          <p:cNvPr id="7" name="Text 5">
            <a:extLst>
              <a:ext uri="{FF2B5EF4-FFF2-40B4-BE49-F238E27FC236}">
                <a16:creationId xmlns:a16="http://schemas.microsoft.com/office/drawing/2014/main" id="{ABF52686-DA6D-EE1C-31B5-D46A89AC49DD}"/>
              </a:ext>
            </a:extLst>
          </p:cNvPr>
          <p:cNvSpPr/>
          <p:nvPr/>
        </p:nvSpPr>
        <p:spPr>
          <a:xfrm>
            <a:off x="407722" y="2935059"/>
            <a:ext cx="2460442" cy="689158"/>
          </a:xfrm>
          <a:prstGeom prst="rect">
            <a:avLst/>
          </a:prstGeom>
          <a:noFill/>
          <a:ln/>
        </p:spPr>
        <p:txBody>
          <a:bodyPr wrap="none" lIns="0" tIns="0" rIns="0" bIns="0" rtlCol="0" anchor="t"/>
          <a:lstStyle/>
          <a:p>
            <a:r>
              <a:rPr lang="en-US" dirty="0">
                <a:solidFill>
                  <a:srgbClr val="DCE6F8"/>
                </a:solidFill>
              </a:rPr>
              <a:t>Practical industry exposure </a:t>
            </a:r>
          </a:p>
          <a:p>
            <a:r>
              <a:rPr lang="en-US" dirty="0">
                <a:solidFill>
                  <a:srgbClr val="DCE6F8"/>
                </a:solidFill>
              </a:rPr>
              <a:t>Career clarity </a:t>
            </a:r>
          </a:p>
          <a:p>
            <a:pPr marL="0" indent="0" algn="l">
              <a:lnSpc>
                <a:spcPct val="100000"/>
              </a:lnSpc>
              <a:buNone/>
            </a:pPr>
            <a:endParaRPr lang="en-US" sz="1500" dirty="0"/>
          </a:p>
        </p:txBody>
      </p:sp>
      <p:sp>
        <p:nvSpPr>
          <p:cNvPr id="9" name="Shape 7">
            <a:extLst>
              <a:ext uri="{FF2B5EF4-FFF2-40B4-BE49-F238E27FC236}">
                <a16:creationId xmlns:a16="http://schemas.microsoft.com/office/drawing/2014/main" id="{5EFCB1ED-A9E8-344C-5D7C-9578F4BE7FC5}"/>
              </a:ext>
            </a:extLst>
          </p:cNvPr>
          <p:cNvSpPr/>
          <p:nvPr/>
        </p:nvSpPr>
        <p:spPr>
          <a:xfrm>
            <a:off x="3115384" y="1747125"/>
            <a:ext cx="2637234" cy="38100"/>
          </a:xfrm>
          <a:prstGeom prst="rect">
            <a:avLst/>
          </a:prstGeom>
          <a:solidFill>
            <a:srgbClr val="8FADEB"/>
          </a:solidFill>
          <a:ln/>
        </p:spPr>
        <p:txBody>
          <a:bodyPr/>
          <a:lstStyle/>
          <a:p>
            <a:endParaRPr lang="en-IN"/>
          </a:p>
        </p:txBody>
      </p:sp>
      <p:sp>
        <p:nvSpPr>
          <p:cNvPr id="12" name="Shape 10">
            <a:extLst>
              <a:ext uri="{FF2B5EF4-FFF2-40B4-BE49-F238E27FC236}">
                <a16:creationId xmlns:a16="http://schemas.microsoft.com/office/drawing/2014/main" id="{FE088753-7F1C-C801-234C-6D0B98CFD289}"/>
              </a:ext>
            </a:extLst>
          </p:cNvPr>
          <p:cNvSpPr/>
          <p:nvPr/>
        </p:nvSpPr>
        <p:spPr>
          <a:xfrm>
            <a:off x="5926693" y="2810847"/>
            <a:ext cx="2637234" cy="38100"/>
          </a:xfrm>
          <a:prstGeom prst="rect">
            <a:avLst/>
          </a:prstGeom>
          <a:solidFill>
            <a:srgbClr val="DCE6F8"/>
          </a:solidFill>
          <a:ln/>
        </p:spPr>
        <p:txBody>
          <a:bodyPr/>
          <a:lstStyle/>
          <a:p>
            <a:endParaRPr lang="en-IN"/>
          </a:p>
        </p:txBody>
      </p:sp>
      <p:sp>
        <p:nvSpPr>
          <p:cNvPr id="13" name="Text 11">
            <a:extLst>
              <a:ext uri="{FF2B5EF4-FFF2-40B4-BE49-F238E27FC236}">
                <a16:creationId xmlns:a16="http://schemas.microsoft.com/office/drawing/2014/main" id="{17065973-D544-F5D4-05BB-DFED95AEA134}"/>
              </a:ext>
            </a:extLst>
          </p:cNvPr>
          <p:cNvSpPr/>
          <p:nvPr/>
        </p:nvSpPr>
        <p:spPr>
          <a:xfrm>
            <a:off x="3253383" y="1963487"/>
            <a:ext cx="2499235" cy="388510"/>
          </a:xfrm>
          <a:prstGeom prst="rect">
            <a:avLst/>
          </a:prstGeom>
          <a:noFill/>
          <a:ln/>
        </p:spPr>
        <p:txBody>
          <a:bodyPr wrap="none" lIns="0" tIns="0" rIns="0" bIns="0" rtlCol="0" anchor="t"/>
          <a:lstStyle/>
          <a:p>
            <a:pPr algn="ctr"/>
            <a:r>
              <a:rPr lang="en-US" dirty="0">
                <a:solidFill>
                  <a:srgbClr val="DCE6F8"/>
                </a:solidFill>
              </a:rPr>
              <a:t>Employability skills</a:t>
            </a:r>
          </a:p>
        </p:txBody>
      </p:sp>
      <p:sp>
        <p:nvSpPr>
          <p:cNvPr id="15" name="Rectangle 14">
            <a:extLst>
              <a:ext uri="{FF2B5EF4-FFF2-40B4-BE49-F238E27FC236}">
                <a16:creationId xmlns:a16="http://schemas.microsoft.com/office/drawing/2014/main" id="{F12D4C41-ACE2-2EBD-9FBA-362DACC66E23}"/>
              </a:ext>
            </a:extLst>
          </p:cNvPr>
          <p:cNvSpPr/>
          <p:nvPr/>
        </p:nvSpPr>
        <p:spPr>
          <a:xfrm>
            <a:off x="8044815" y="4612005"/>
            <a:ext cx="1038225" cy="501015"/>
          </a:xfrm>
          <a:prstGeom prst="rect">
            <a:avLst/>
          </a:prstGeom>
          <a:solidFill>
            <a:srgbClr val="09122B"/>
          </a:solidFill>
          <a:ln>
            <a:solidFill>
              <a:srgbClr val="09122B"/>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CEFF3B5D-422A-01DE-021C-BEE66948D011}"/>
              </a:ext>
            </a:extLst>
          </p:cNvPr>
          <p:cNvSpPr txBox="1"/>
          <p:nvPr/>
        </p:nvSpPr>
        <p:spPr>
          <a:xfrm>
            <a:off x="6029697" y="2913618"/>
            <a:ext cx="2768682" cy="646331"/>
          </a:xfrm>
          <a:prstGeom prst="rect">
            <a:avLst/>
          </a:prstGeom>
          <a:noFill/>
        </p:spPr>
        <p:txBody>
          <a:bodyPr wrap="square" rtlCol="0">
            <a:spAutoFit/>
          </a:bodyPr>
          <a:lstStyle/>
          <a:p>
            <a:pPr algn="ctr"/>
            <a:r>
              <a:rPr lang="en-US" dirty="0">
                <a:solidFill>
                  <a:srgbClr val="DCE6F8"/>
                </a:solidFill>
              </a:rPr>
              <a:t>Access to internships and </a:t>
            </a:r>
          </a:p>
          <a:p>
            <a:pPr algn="ctr"/>
            <a:r>
              <a:rPr lang="en-US" dirty="0">
                <a:solidFill>
                  <a:srgbClr val="DCE6F8"/>
                </a:solidFill>
              </a:rPr>
              <a:t>real-world projects</a:t>
            </a:r>
          </a:p>
        </p:txBody>
      </p:sp>
      <p:sp>
        <p:nvSpPr>
          <p:cNvPr id="16" name="TextBox 15">
            <a:extLst>
              <a:ext uri="{FF2B5EF4-FFF2-40B4-BE49-F238E27FC236}">
                <a16:creationId xmlns:a16="http://schemas.microsoft.com/office/drawing/2014/main" id="{6212F294-62DD-12D7-B9A8-3386FE0DA3BE}"/>
              </a:ext>
            </a:extLst>
          </p:cNvPr>
          <p:cNvSpPr txBox="1"/>
          <p:nvPr/>
        </p:nvSpPr>
        <p:spPr>
          <a:xfrm>
            <a:off x="2559379" y="4178817"/>
            <a:ext cx="3987142" cy="369332"/>
          </a:xfrm>
          <a:prstGeom prst="rect">
            <a:avLst/>
          </a:prstGeom>
          <a:noFill/>
        </p:spPr>
        <p:txBody>
          <a:bodyPr wrap="square">
            <a:spAutoFit/>
          </a:bodyPr>
          <a:lstStyle/>
          <a:p>
            <a:pPr algn="ctr"/>
            <a:r>
              <a:rPr lang="en-US" dirty="0">
                <a:solidFill>
                  <a:srgbClr val="DCE6F8"/>
                </a:solidFill>
              </a:rPr>
              <a:t>Professional networking opportunities </a:t>
            </a:r>
          </a:p>
        </p:txBody>
      </p:sp>
      <p:sp>
        <p:nvSpPr>
          <p:cNvPr id="17" name="Shape 0">
            <a:extLst>
              <a:ext uri="{FF2B5EF4-FFF2-40B4-BE49-F238E27FC236}">
                <a16:creationId xmlns:a16="http://schemas.microsoft.com/office/drawing/2014/main" id="{2F83F0B0-BCDD-C92B-AAF0-6A4BACA168F3}"/>
              </a:ext>
            </a:extLst>
          </p:cNvPr>
          <p:cNvSpPr/>
          <p:nvPr/>
        </p:nvSpPr>
        <p:spPr>
          <a:xfrm>
            <a:off x="477069" y="369815"/>
            <a:ext cx="2498541" cy="608185"/>
          </a:xfrm>
          <a:prstGeom prst="roundRect">
            <a:avLst>
              <a:gd name="adj" fmla="val 43922"/>
            </a:avLst>
          </a:prstGeom>
          <a:solidFill>
            <a:srgbClr val="0B1B42"/>
          </a:solidFill>
          <a:ln/>
        </p:spPr>
        <p:txBody>
          <a:bodyPr/>
          <a:lstStyle/>
          <a:p>
            <a:endParaRPr lang="en-IN"/>
          </a:p>
        </p:txBody>
      </p:sp>
      <p:sp>
        <p:nvSpPr>
          <p:cNvPr id="18" name="Text 2"/>
          <p:cNvSpPr/>
          <p:nvPr/>
        </p:nvSpPr>
        <p:spPr>
          <a:xfrm>
            <a:off x="584858" y="440025"/>
            <a:ext cx="2208981" cy="467767"/>
          </a:xfrm>
          <a:prstGeom prst="rect">
            <a:avLst/>
          </a:prstGeom>
          <a:noFill/>
          <a:ln/>
        </p:spPr>
        <p:txBody>
          <a:bodyPr wrap="none" lIns="0" tIns="0" rIns="0" bIns="0" rtlCol="0" anchor="t"/>
          <a:lstStyle/>
          <a:p>
            <a:pPr marL="0" indent="0" algn="l">
              <a:lnSpc>
                <a:spcPct val="100000"/>
              </a:lnSpc>
              <a:buNone/>
            </a:pPr>
            <a:r>
              <a:rPr lang="en-US" sz="3050" dirty="0">
                <a:solidFill>
                  <a:srgbClr val="DCE6F8"/>
                </a:solidFill>
                <a:latin typeface="Schibsted Grotesk" pitchFamily="34" charset="0"/>
                <a:cs typeface="Schibsted Grotesk" pitchFamily="34" charset="-120"/>
              </a:rPr>
              <a:t>Goal &amp; Aim</a:t>
            </a:r>
            <a:endParaRPr lang="en-US" sz="3050" dirty="0"/>
          </a:p>
        </p:txBody>
      </p:sp>
      <p:sp>
        <p:nvSpPr>
          <p:cNvPr id="19" name="Shape 4">
            <a:extLst>
              <a:ext uri="{FF2B5EF4-FFF2-40B4-BE49-F238E27FC236}">
                <a16:creationId xmlns:a16="http://schemas.microsoft.com/office/drawing/2014/main" id="{E43DC3A3-4B4C-5013-BBA7-6AE68CD8CAE3}"/>
              </a:ext>
            </a:extLst>
          </p:cNvPr>
          <p:cNvSpPr/>
          <p:nvPr/>
        </p:nvSpPr>
        <p:spPr>
          <a:xfrm>
            <a:off x="319326" y="2791797"/>
            <a:ext cx="2637234" cy="38100"/>
          </a:xfrm>
          <a:prstGeom prst="rect">
            <a:avLst/>
          </a:prstGeom>
          <a:solidFill>
            <a:srgbClr val="4674E1"/>
          </a:solidFill>
          <a:ln/>
        </p:spPr>
        <p:txBody>
          <a:bodyPr/>
          <a:lstStyle/>
          <a:p>
            <a:endParaRPr lang="en-IN"/>
          </a:p>
        </p:txBody>
      </p:sp>
    </p:spTree>
    <p:extLst>
      <p:ext uri="{BB962C8B-B14F-4D97-AF65-F5344CB8AC3E}">
        <p14:creationId xmlns:p14="http://schemas.microsoft.com/office/powerpoint/2010/main" val="2900334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264AC-11E1-F805-1C2C-2341D1B71E80}"/>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CC7CDDD2-15D8-A982-810D-E567B4715EC4}"/>
              </a:ext>
            </a:extLst>
          </p:cNvPr>
          <p:cNvSpPr/>
          <p:nvPr/>
        </p:nvSpPr>
        <p:spPr>
          <a:xfrm>
            <a:off x="8044815" y="4845129"/>
            <a:ext cx="1038225" cy="267891"/>
          </a:xfrm>
          <a:prstGeom prst="rect">
            <a:avLst/>
          </a:prstGeom>
          <a:solidFill>
            <a:srgbClr val="09122B"/>
          </a:solidFill>
          <a:ln>
            <a:solidFill>
              <a:srgbClr val="09122B"/>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0" name="Text 2">
            <a:extLst>
              <a:ext uri="{FF2B5EF4-FFF2-40B4-BE49-F238E27FC236}">
                <a16:creationId xmlns:a16="http://schemas.microsoft.com/office/drawing/2014/main" id="{81B407CC-4CE5-565E-333E-C1D0FA11328E}"/>
              </a:ext>
            </a:extLst>
          </p:cNvPr>
          <p:cNvSpPr/>
          <p:nvPr/>
        </p:nvSpPr>
        <p:spPr>
          <a:xfrm>
            <a:off x="496117" y="326718"/>
            <a:ext cx="6270443" cy="620241"/>
          </a:xfrm>
          <a:prstGeom prst="rect">
            <a:avLst/>
          </a:prstGeom>
          <a:noFill/>
          <a:ln/>
        </p:spPr>
        <p:txBody>
          <a:bodyPr wrap="none" lIns="0" tIns="0" rIns="0" bIns="0" rtlCol="0" anchor="t"/>
          <a:lstStyle/>
          <a:p>
            <a:r>
              <a:rPr lang="en-US" sz="2800" b="1" dirty="0">
                <a:solidFill>
                  <a:srgbClr val="DCE6F8"/>
                </a:solidFill>
                <a:latin typeface="Mona Sans SemiBold" pitchFamily="34" charset="0"/>
                <a:ea typeface="Mona Sans SemiBold" pitchFamily="34" charset="-122"/>
                <a:cs typeface="Mona Sans SemiBold" pitchFamily="34" charset="-120"/>
              </a:rPr>
              <a:t> </a:t>
            </a:r>
            <a:r>
              <a:rPr lang="en-IN" sz="3200" b="1" dirty="0">
                <a:solidFill>
                  <a:srgbClr val="DCE6F8"/>
                </a:solidFill>
              </a:rPr>
              <a:t>Why NexGenU Started</a:t>
            </a:r>
            <a:endParaRPr lang="en-IN" dirty="0"/>
          </a:p>
        </p:txBody>
      </p:sp>
      <p:sp>
        <p:nvSpPr>
          <p:cNvPr id="22" name="Text 4">
            <a:extLst>
              <a:ext uri="{FF2B5EF4-FFF2-40B4-BE49-F238E27FC236}">
                <a16:creationId xmlns:a16="http://schemas.microsoft.com/office/drawing/2014/main" id="{B36A008D-8783-3D5E-9C4C-B238AA07FB98}"/>
              </a:ext>
            </a:extLst>
          </p:cNvPr>
          <p:cNvSpPr/>
          <p:nvPr/>
        </p:nvSpPr>
        <p:spPr>
          <a:xfrm>
            <a:off x="1231600" y="2881870"/>
            <a:ext cx="6680799" cy="1965308"/>
          </a:xfrm>
          <a:prstGeom prst="rect">
            <a:avLst/>
          </a:prstGeom>
          <a:noFill/>
          <a:ln/>
        </p:spPr>
        <p:txBody>
          <a:bodyPr wrap="none" lIns="0" tIns="0" rIns="0" bIns="0" rtlCol="0" anchor="t"/>
          <a:lstStyle/>
          <a:p>
            <a:pPr marL="0" indent="0" algn="l">
              <a:lnSpc>
                <a:spcPct val="100000"/>
              </a:lnSpc>
              <a:buNone/>
            </a:pPr>
            <a:endParaRPr lang="en-US" sz="1200" dirty="0">
              <a:solidFill>
                <a:srgbClr val="DCE6F8"/>
              </a:solidFill>
            </a:endParaRPr>
          </a:p>
        </p:txBody>
      </p:sp>
      <p:sp>
        <p:nvSpPr>
          <p:cNvPr id="26" name="Text 8">
            <a:extLst>
              <a:ext uri="{FF2B5EF4-FFF2-40B4-BE49-F238E27FC236}">
                <a16:creationId xmlns:a16="http://schemas.microsoft.com/office/drawing/2014/main" id="{0E5D5906-D8FE-C36A-EFF8-1685A2F58547}"/>
              </a:ext>
            </a:extLst>
          </p:cNvPr>
          <p:cNvSpPr/>
          <p:nvPr/>
        </p:nvSpPr>
        <p:spPr>
          <a:xfrm>
            <a:off x="1536608" y="3522397"/>
            <a:ext cx="7144096" cy="1597745"/>
          </a:xfrm>
          <a:prstGeom prst="rect">
            <a:avLst/>
          </a:prstGeom>
          <a:noFill/>
          <a:ln/>
        </p:spPr>
        <p:txBody>
          <a:bodyPr wrap="none" lIns="0" tIns="0" rIns="0" bIns="0" rtlCol="0" anchor="t"/>
          <a:lstStyle/>
          <a:p>
            <a:endParaRPr lang="en-IN" dirty="0">
              <a:solidFill>
                <a:srgbClr val="DCE6F8"/>
              </a:solidFill>
            </a:endParaRPr>
          </a:p>
        </p:txBody>
      </p:sp>
      <p:sp>
        <p:nvSpPr>
          <p:cNvPr id="2" name="Text 10">
            <a:extLst>
              <a:ext uri="{FF2B5EF4-FFF2-40B4-BE49-F238E27FC236}">
                <a16:creationId xmlns:a16="http://schemas.microsoft.com/office/drawing/2014/main" id="{2D001177-863B-C745-2702-4F52BAED40C3}"/>
              </a:ext>
            </a:extLst>
          </p:cNvPr>
          <p:cNvSpPr/>
          <p:nvPr/>
        </p:nvSpPr>
        <p:spPr>
          <a:xfrm>
            <a:off x="-421576" y="1210806"/>
            <a:ext cx="8985503" cy="418392"/>
          </a:xfrm>
          <a:prstGeom prst="rect">
            <a:avLst/>
          </a:prstGeom>
          <a:noFill/>
          <a:ln/>
        </p:spPr>
        <p:txBody>
          <a:bodyPr wrap="none" lIns="0" tIns="0" rIns="0" bIns="0" rtlCol="0" anchor="t"/>
          <a:lstStyle/>
          <a:p>
            <a:pPr algn="ctr">
              <a:lnSpc>
                <a:spcPct val="83000"/>
              </a:lnSpc>
            </a:pPr>
            <a:r>
              <a:rPr lang="en-US" sz="2400" b="1" dirty="0">
                <a:solidFill>
                  <a:srgbClr val="948BE2"/>
                </a:solidFill>
                <a:latin typeface="Mona Sans SemiBold" pitchFamily="34" charset="0"/>
                <a:ea typeface="Mona Sans SemiBold" pitchFamily="34" charset="-122"/>
                <a:cs typeface="Mona Sans SemiBold" pitchFamily="34" charset="-120"/>
              </a:rPr>
              <a:t>↑  Today many students spend huge amounts of Money on</a:t>
            </a:r>
            <a:endParaRPr lang="en-US" sz="2400" b="1" dirty="0"/>
          </a:p>
        </p:txBody>
      </p:sp>
      <p:sp>
        <p:nvSpPr>
          <p:cNvPr id="3" name="Text 10">
            <a:extLst>
              <a:ext uri="{FF2B5EF4-FFF2-40B4-BE49-F238E27FC236}">
                <a16:creationId xmlns:a16="http://schemas.microsoft.com/office/drawing/2014/main" id="{7D71EC38-5BAD-F6ED-7A90-BD2C7EEC5510}"/>
              </a:ext>
            </a:extLst>
          </p:cNvPr>
          <p:cNvSpPr/>
          <p:nvPr/>
        </p:nvSpPr>
        <p:spPr>
          <a:xfrm>
            <a:off x="158497" y="1901327"/>
            <a:ext cx="8985503" cy="3211693"/>
          </a:xfrm>
          <a:prstGeom prst="rect">
            <a:avLst/>
          </a:prstGeom>
          <a:noFill/>
          <a:ln/>
        </p:spPr>
        <p:txBody>
          <a:bodyPr wrap="none" lIns="0" tIns="0" rIns="0" bIns="0" rtlCol="0" anchor="t"/>
          <a:lstStyle/>
          <a:p>
            <a:r>
              <a:rPr lang="en-US" sz="2400" b="1" dirty="0">
                <a:solidFill>
                  <a:srgbClr val="948BE2"/>
                </a:solidFill>
                <a:latin typeface="Mona Sans SemiBold" pitchFamily="34" charset="0"/>
                <a:ea typeface="Mona Sans SemiBold" pitchFamily="34" charset="-122"/>
                <a:cs typeface="Mona Sans SemiBold" pitchFamily="34" charset="-120"/>
              </a:rPr>
              <a:t>↑  </a:t>
            </a:r>
            <a:r>
              <a:rPr lang="en-IN" sz="2400" b="1" dirty="0">
                <a:solidFill>
                  <a:srgbClr val="948BE2"/>
                </a:solidFill>
              </a:rPr>
              <a:t>Many talented students from Tier 2 and Tier 3 colleges </a:t>
            </a:r>
          </a:p>
          <a:p>
            <a:r>
              <a:rPr lang="en-IN" sz="2400" b="1" dirty="0">
                <a:solidFill>
                  <a:srgbClr val="948BE2"/>
                </a:solidFill>
              </a:rPr>
              <a:t>     are Rejected</a:t>
            </a:r>
            <a:r>
              <a:rPr lang="en-IN" sz="2000" b="1" dirty="0">
                <a:solidFill>
                  <a:srgbClr val="948BE2"/>
                </a:solidFill>
              </a:rPr>
              <a:t> </a:t>
            </a:r>
          </a:p>
          <a:p>
            <a:br>
              <a:rPr lang="en-IN" dirty="0">
                <a:solidFill>
                  <a:srgbClr val="948BE2"/>
                </a:solidFill>
              </a:rPr>
            </a:br>
            <a:r>
              <a:rPr lang="en-IN" dirty="0">
                <a:solidFill>
                  <a:srgbClr val="DCE6F8"/>
                </a:solidFill>
              </a:rPr>
              <a:t>• Lack of opportunities</a:t>
            </a:r>
            <a:br>
              <a:rPr lang="en-IN" dirty="0">
                <a:solidFill>
                  <a:srgbClr val="DCE6F8"/>
                </a:solidFill>
              </a:rPr>
            </a:br>
            <a:r>
              <a:rPr lang="en-IN" dirty="0">
                <a:solidFill>
                  <a:srgbClr val="DCE6F8"/>
                </a:solidFill>
              </a:rPr>
              <a:t>• Lack of guidance</a:t>
            </a:r>
            <a:br>
              <a:rPr lang="en-IN" dirty="0">
                <a:solidFill>
                  <a:srgbClr val="DCE6F8"/>
                </a:solidFill>
              </a:rPr>
            </a:br>
            <a:r>
              <a:rPr lang="en-IN" dirty="0">
                <a:solidFill>
                  <a:srgbClr val="DCE6F8"/>
                </a:solidFill>
              </a:rPr>
              <a:t>• Lack of industry exposure</a:t>
            </a:r>
            <a:br>
              <a:rPr lang="en-IN" dirty="0">
                <a:solidFill>
                  <a:srgbClr val="DCE6F8"/>
                </a:solidFill>
              </a:rPr>
            </a:br>
            <a:r>
              <a:rPr lang="en-IN" dirty="0">
                <a:solidFill>
                  <a:srgbClr val="DCE6F8"/>
                </a:solidFill>
              </a:rPr>
              <a:t>• Backlog history</a:t>
            </a:r>
            <a:br>
              <a:rPr lang="en-IN" dirty="0">
                <a:solidFill>
                  <a:srgbClr val="DCE6F8"/>
                </a:solidFill>
              </a:rPr>
            </a:br>
            <a:r>
              <a:rPr lang="en-IN" dirty="0">
                <a:solidFill>
                  <a:srgbClr val="DCE6F8"/>
                </a:solidFill>
              </a:rPr>
              <a:t>• Poor resumes</a:t>
            </a:r>
            <a:br>
              <a:rPr lang="en-IN" dirty="0">
                <a:solidFill>
                  <a:srgbClr val="DCE6F8"/>
                </a:solidFill>
              </a:rPr>
            </a:br>
            <a:r>
              <a:rPr lang="en-IN" dirty="0">
                <a:solidFill>
                  <a:srgbClr val="DCE6F8"/>
                </a:solidFill>
              </a:rPr>
              <a:t>• No real projects</a:t>
            </a:r>
          </a:p>
          <a:p>
            <a:r>
              <a:rPr lang="en-IN" dirty="0">
                <a:solidFill>
                  <a:srgbClr val="DCE6F8"/>
                </a:solidFill>
              </a:rPr>
              <a:t>NexGenU is being built to solve this problem.</a:t>
            </a:r>
          </a:p>
        </p:txBody>
      </p:sp>
    </p:spTree>
    <p:extLst>
      <p:ext uri="{BB962C8B-B14F-4D97-AF65-F5344CB8AC3E}">
        <p14:creationId xmlns:p14="http://schemas.microsoft.com/office/powerpoint/2010/main" val="2917152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C8C7F-2517-716B-8B83-10A2E183D3D8}"/>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E4CCAB6B-8988-511D-5E58-209B7F91D0CC}"/>
              </a:ext>
            </a:extLst>
          </p:cNvPr>
          <p:cNvSpPr/>
          <p:nvPr/>
        </p:nvSpPr>
        <p:spPr>
          <a:xfrm>
            <a:off x="8044815" y="4845129"/>
            <a:ext cx="1038225" cy="267891"/>
          </a:xfrm>
          <a:prstGeom prst="rect">
            <a:avLst/>
          </a:prstGeom>
          <a:solidFill>
            <a:srgbClr val="09122B"/>
          </a:solidFill>
          <a:ln>
            <a:solidFill>
              <a:srgbClr val="09122B"/>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0" name="Text 2">
            <a:extLst>
              <a:ext uri="{FF2B5EF4-FFF2-40B4-BE49-F238E27FC236}">
                <a16:creationId xmlns:a16="http://schemas.microsoft.com/office/drawing/2014/main" id="{4C945815-11DC-C2C0-0FBE-4B4F2702D29D}"/>
              </a:ext>
            </a:extLst>
          </p:cNvPr>
          <p:cNvSpPr/>
          <p:nvPr/>
        </p:nvSpPr>
        <p:spPr>
          <a:xfrm>
            <a:off x="496117" y="221944"/>
            <a:ext cx="6270443" cy="620241"/>
          </a:xfrm>
          <a:prstGeom prst="rect">
            <a:avLst/>
          </a:prstGeom>
          <a:noFill/>
          <a:ln/>
        </p:spPr>
        <p:txBody>
          <a:bodyPr wrap="none" lIns="0" tIns="0" rIns="0" bIns="0" rtlCol="0" anchor="t"/>
          <a:lstStyle/>
          <a:p>
            <a:pPr marL="0" indent="0" algn="l">
              <a:lnSpc>
                <a:spcPct val="100000"/>
              </a:lnSpc>
              <a:buNone/>
            </a:pPr>
            <a:r>
              <a:rPr lang="en-US" sz="2800" b="1" dirty="0">
                <a:solidFill>
                  <a:srgbClr val="DCE6F8"/>
                </a:solidFill>
                <a:latin typeface="Mona Sans SemiBold" pitchFamily="34" charset="0"/>
                <a:ea typeface="Mona Sans SemiBold" pitchFamily="34" charset="-122"/>
                <a:cs typeface="Mona Sans SemiBold" pitchFamily="34" charset="-120"/>
              </a:rPr>
              <a:t>The Biggest Gap in Existing Platforms</a:t>
            </a:r>
            <a:endParaRPr lang="en-US" sz="2800" b="1" dirty="0">
              <a:solidFill>
                <a:srgbClr val="DCE6F8"/>
              </a:solidFill>
            </a:endParaRPr>
          </a:p>
        </p:txBody>
      </p:sp>
      <p:pic>
        <p:nvPicPr>
          <p:cNvPr id="21" name="Image 0" descr="preencoded.png">
            <a:extLst>
              <a:ext uri="{FF2B5EF4-FFF2-40B4-BE49-F238E27FC236}">
                <a16:creationId xmlns:a16="http://schemas.microsoft.com/office/drawing/2014/main" id="{DBDB7811-1BA1-0E7F-9DA2-AD5B83CB9458}"/>
              </a:ext>
            </a:extLst>
          </p:cNvPr>
          <p:cNvPicPr>
            <a:picLocks noChangeAspect="1"/>
          </p:cNvPicPr>
          <p:nvPr/>
        </p:nvPicPr>
        <p:blipFill>
          <a:blip r:embed="rId3"/>
          <a:stretch>
            <a:fillRect/>
          </a:stretch>
        </p:blipFill>
        <p:spPr>
          <a:xfrm>
            <a:off x="356720" y="1292641"/>
            <a:ext cx="620167" cy="620241"/>
          </a:xfrm>
          <a:prstGeom prst="rect">
            <a:avLst/>
          </a:prstGeom>
        </p:spPr>
      </p:pic>
      <p:sp>
        <p:nvSpPr>
          <p:cNvPr id="22" name="Text 4">
            <a:extLst>
              <a:ext uri="{FF2B5EF4-FFF2-40B4-BE49-F238E27FC236}">
                <a16:creationId xmlns:a16="http://schemas.microsoft.com/office/drawing/2014/main" id="{1FBAC22D-1D9D-326F-011E-9ADB3FD25607}"/>
              </a:ext>
            </a:extLst>
          </p:cNvPr>
          <p:cNvSpPr/>
          <p:nvPr/>
        </p:nvSpPr>
        <p:spPr>
          <a:xfrm>
            <a:off x="1536608" y="1199637"/>
            <a:ext cx="6680799" cy="1965308"/>
          </a:xfrm>
          <a:prstGeom prst="rect">
            <a:avLst/>
          </a:prstGeom>
          <a:noFill/>
          <a:ln/>
        </p:spPr>
        <p:txBody>
          <a:bodyPr wrap="none" lIns="0" tIns="0" rIns="0" bIns="0" rtlCol="0" anchor="t"/>
          <a:lstStyle/>
          <a:p>
            <a:r>
              <a:rPr lang="en-IN" sz="2400" dirty="0">
                <a:solidFill>
                  <a:srgbClr val="DCE6F8"/>
                </a:solidFill>
              </a:rPr>
              <a:t>Most current EdTech platforms mainly focus on:</a:t>
            </a:r>
          </a:p>
          <a:p>
            <a:br>
              <a:rPr lang="en-IN" sz="2400" dirty="0">
                <a:solidFill>
                  <a:srgbClr val="DCE6F8"/>
                </a:solidFill>
              </a:rPr>
            </a:br>
            <a:r>
              <a:rPr lang="en-IN" sz="2000" dirty="0">
                <a:solidFill>
                  <a:srgbClr val="DCE6F8"/>
                </a:solidFill>
              </a:rPr>
              <a:t>• Selling recorded courses</a:t>
            </a:r>
            <a:br>
              <a:rPr lang="en-IN" sz="2000" dirty="0">
                <a:solidFill>
                  <a:srgbClr val="DCE6F8"/>
                </a:solidFill>
              </a:rPr>
            </a:br>
            <a:r>
              <a:rPr lang="en-IN" sz="2000" dirty="0">
                <a:solidFill>
                  <a:srgbClr val="DCE6F8"/>
                </a:solidFill>
              </a:rPr>
              <a:t>• High-cost subscriptions</a:t>
            </a:r>
            <a:br>
              <a:rPr lang="en-IN" sz="2000" dirty="0">
                <a:solidFill>
                  <a:srgbClr val="DCE6F8"/>
                </a:solidFill>
              </a:rPr>
            </a:br>
            <a:r>
              <a:rPr lang="en-IN" sz="2000" dirty="0">
                <a:solidFill>
                  <a:srgbClr val="DCE6F8"/>
                </a:solidFill>
              </a:rPr>
              <a:t>• Placement assistance</a:t>
            </a:r>
            <a:br>
              <a:rPr lang="en-IN" sz="2000" dirty="0">
                <a:solidFill>
                  <a:srgbClr val="DCE6F8"/>
                </a:solidFill>
              </a:rPr>
            </a:br>
            <a:r>
              <a:rPr lang="en-IN" sz="2000" dirty="0">
                <a:solidFill>
                  <a:srgbClr val="DCE6F8"/>
                </a:solidFill>
              </a:rPr>
              <a:t>• Certificate completion</a:t>
            </a:r>
          </a:p>
          <a:p>
            <a:pPr marL="0" indent="0" algn="l">
              <a:lnSpc>
                <a:spcPct val="100000"/>
              </a:lnSpc>
              <a:buNone/>
            </a:pPr>
            <a:endParaRPr lang="en-US" sz="1200" dirty="0">
              <a:solidFill>
                <a:srgbClr val="DCE6F8"/>
              </a:solidFill>
            </a:endParaRPr>
          </a:p>
        </p:txBody>
      </p:sp>
      <p:pic>
        <p:nvPicPr>
          <p:cNvPr id="23" name="Image 1" descr="preencoded.png">
            <a:extLst>
              <a:ext uri="{FF2B5EF4-FFF2-40B4-BE49-F238E27FC236}">
                <a16:creationId xmlns:a16="http://schemas.microsoft.com/office/drawing/2014/main" id="{9C349D38-BD62-687A-7E5F-B47A1B97E47A}"/>
              </a:ext>
            </a:extLst>
          </p:cNvPr>
          <p:cNvPicPr>
            <a:picLocks noChangeAspect="1"/>
          </p:cNvPicPr>
          <p:nvPr/>
        </p:nvPicPr>
        <p:blipFill>
          <a:blip r:embed="rId4"/>
          <a:stretch>
            <a:fillRect/>
          </a:stretch>
        </p:blipFill>
        <p:spPr>
          <a:xfrm>
            <a:off x="356721" y="3554404"/>
            <a:ext cx="620167" cy="620241"/>
          </a:xfrm>
          <a:prstGeom prst="rect">
            <a:avLst/>
          </a:prstGeom>
        </p:spPr>
      </p:pic>
      <p:sp>
        <p:nvSpPr>
          <p:cNvPr id="26" name="Text 8">
            <a:extLst>
              <a:ext uri="{FF2B5EF4-FFF2-40B4-BE49-F238E27FC236}">
                <a16:creationId xmlns:a16="http://schemas.microsoft.com/office/drawing/2014/main" id="{A734D6EF-08CC-1F60-42A8-C429A8BE1DCD}"/>
              </a:ext>
            </a:extLst>
          </p:cNvPr>
          <p:cNvSpPr/>
          <p:nvPr/>
        </p:nvSpPr>
        <p:spPr>
          <a:xfrm>
            <a:off x="1536608" y="3522397"/>
            <a:ext cx="7144096" cy="1597745"/>
          </a:xfrm>
          <a:prstGeom prst="rect">
            <a:avLst/>
          </a:prstGeom>
          <a:noFill/>
          <a:ln/>
        </p:spPr>
        <p:txBody>
          <a:bodyPr wrap="none" lIns="0" tIns="0" rIns="0" bIns="0" rtlCol="0" anchor="t"/>
          <a:lstStyle/>
          <a:p>
            <a:r>
              <a:rPr lang="en-IN" sz="2400" dirty="0">
                <a:solidFill>
                  <a:srgbClr val="DCE6F8"/>
                </a:solidFill>
              </a:rPr>
              <a:t>Many students complete courses but still remain</a:t>
            </a:r>
            <a:r>
              <a:rPr lang="en-IN" dirty="0">
                <a:solidFill>
                  <a:srgbClr val="DCE6F8"/>
                </a:solidFill>
              </a:rPr>
              <a:t>:</a:t>
            </a:r>
          </a:p>
          <a:p>
            <a:br>
              <a:rPr lang="en-IN" dirty="0">
                <a:solidFill>
                  <a:srgbClr val="DCE6F8"/>
                </a:solidFill>
              </a:rPr>
            </a:br>
            <a:r>
              <a:rPr lang="en-IN" dirty="0">
                <a:solidFill>
                  <a:srgbClr val="DCE6F8"/>
                </a:solidFill>
              </a:rPr>
              <a:t>• Under-confident</a:t>
            </a:r>
            <a:br>
              <a:rPr lang="en-IN" dirty="0">
                <a:solidFill>
                  <a:srgbClr val="DCE6F8"/>
                </a:solidFill>
              </a:rPr>
            </a:br>
            <a:r>
              <a:rPr lang="en-IN" dirty="0">
                <a:solidFill>
                  <a:srgbClr val="DCE6F8"/>
                </a:solidFill>
              </a:rPr>
              <a:t>• Under-skilled</a:t>
            </a:r>
            <a:br>
              <a:rPr lang="en-IN" dirty="0">
                <a:solidFill>
                  <a:srgbClr val="DCE6F8"/>
                </a:solidFill>
              </a:rPr>
            </a:br>
            <a:r>
              <a:rPr lang="en-IN" dirty="0">
                <a:solidFill>
                  <a:srgbClr val="DCE6F8"/>
                </a:solidFill>
              </a:rPr>
              <a:t>• Unprepared for MNC hiring</a:t>
            </a:r>
          </a:p>
        </p:txBody>
      </p:sp>
    </p:spTree>
    <p:extLst>
      <p:ext uri="{BB962C8B-B14F-4D97-AF65-F5344CB8AC3E}">
        <p14:creationId xmlns:p14="http://schemas.microsoft.com/office/powerpoint/2010/main" val="2238751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4328AA0-88A5-41D6-C070-895003B696FA}"/>
              </a:ext>
            </a:extLst>
          </p:cNvPr>
          <p:cNvSpPr/>
          <p:nvPr/>
        </p:nvSpPr>
        <p:spPr>
          <a:xfrm>
            <a:off x="8044815" y="4845129"/>
            <a:ext cx="1038225" cy="267891"/>
          </a:xfrm>
          <a:prstGeom prst="rect">
            <a:avLst/>
          </a:prstGeom>
          <a:solidFill>
            <a:srgbClr val="09122B"/>
          </a:solidFill>
          <a:ln>
            <a:solidFill>
              <a:srgbClr val="09122B"/>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pic>
        <p:nvPicPr>
          <p:cNvPr id="3" name="Image 2" descr="preencoded.png">
            <a:extLst>
              <a:ext uri="{FF2B5EF4-FFF2-40B4-BE49-F238E27FC236}">
                <a16:creationId xmlns:a16="http://schemas.microsoft.com/office/drawing/2014/main" id="{D25246A6-C030-5C7D-E6AE-39F0DFFB1878}"/>
              </a:ext>
            </a:extLst>
          </p:cNvPr>
          <p:cNvPicPr>
            <a:picLocks noChangeAspect="1"/>
          </p:cNvPicPr>
          <p:nvPr/>
        </p:nvPicPr>
        <p:blipFill>
          <a:blip r:embed="rId2"/>
          <a:stretch>
            <a:fillRect/>
          </a:stretch>
        </p:blipFill>
        <p:spPr>
          <a:xfrm>
            <a:off x="705231" y="828943"/>
            <a:ext cx="620167" cy="620241"/>
          </a:xfrm>
          <a:prstGeom prst="rect">
            <a:avLst/>
          </a:prstGeom>
        </p:spPr>
      </p:pic>
      <p:sp>
        <p:nvSpPr>
          <p:cNvPr id="4" name="Text 6">
            <a:extLst>
              <a:ext uri="{FF2B5EF4-FFF2-40B4-BE49-F238E27FC236}">
                <a16:creationId xmlns:a16="http://schemas.microsoft.com/office/drawing/2014/main" id="{70FD1B47-1776-68A1-5CA9-282ECA119A0E}"/>
              </a:ext>
            </a:extLst>
          </p:cNvPr>
          <p:cNvSpPr/>
          <p:nvPr/>
        </p:nvSpPr>
        <p:spPr>
          <a:xfrm>
            <a:off x="1743456" y="731521"/>
            <a:ext cx="6301359" cy="4613480"/>
          </a:xfrm>
          <a:prstGeom prst="rect">
            <a:avLst/>
          </a:prstGeom>
          <a:noFill/>
          <a:ln/>
        </p:spPr>
        <p:txBody>
          <a:bodyPr wrap="none" lIns="0" tIns="0" rIns="0" bIns="0" rtlCol="0" anchor="t"/>
          <a:lstStyle/>
          <a:p>
            <a:r>
              <a:rPr lang="en-US" sz="1600" dirty="0">
                <a:solidFill>
                  <a:srgbClr val="DCE6F8"/>
                </a:solidFill>
                <a:latin typeface="Mona Sans SemiBold" pitchFamily="34" charset="0"/>
                <a:ea typeface="Mona Sans SemiBold" pitchFamily="34" charset="-122"/>
                <a:cs typeface="Mona Sans SemiBold" pitchFamily="34" charset="-120"/>
              </a:rPr>
              <a:t> </a:t>
            </a:r>
            <a:r>
              <a:rPr lang="en-IN" sz="2800" dirty="0">
                <a:solidFill>
                  <a:srgbClr val="DCE6F8"/>
                </a:solidFill>
              </a:rPr>
              <a:t>But students still struggle with:</a:t>
            </a:r>
          </a:p>
          <a:p>
            <a:br>
              <a:rPr lang="en-IN" sz="2400" dirty="0">
                <a:solidFill>
                  <a:srgbClr val="DCE6F8"/>
                </a:solidFill>
              </a:rPr>
            </a:br>
            <a:r>
              <a:rPr lang="en-IN" sz="2400" dirty="0">
                <a:solidFill>
                  <a:srgbClr val="DCE6F8"/>
                </a:solidFill>
              </a:rPr>
              <a:t>• Real-world implementation</a:t>
            </a:r>
            <a:br>
              <a:rPr lang="en-IN" sz="2400" dirty="0">
                <a:solidFill>
                  <a:srgbClr val="DCE6F8"/>
                </a:solidFill>
              </a:rPr>
            </a:br>
            <a:r>
              <a:rPr lang="en-IN" sz="2400" dirty="0">
                <a:solidFill>
                  <a:srgbClr val="DCE6F8"/>
                </a:solidFill>
              </a:rPr>
              <a:t>• Industry exposure</a:t>
            </a:r>
            <a:br>
              <a:rPr lang="en-IN" sz="2400" dirty="0">
                <a:solidFill>
                  <a:srgbClr val="DCE6F8"/>
                </a:solidFill>
              </a:rPr>
            </a:br>
            <a:r>
              <a:rPr lang="en-IN" sz="2400" dirty="0">
                <a:solidFill>
                  <a:srgbClr val="DCE6F8"/>
                </a:solidFill>
              </a:rPr>
              <a:t>• Resume quality</a:t>
            </a:r>
            <a:br>
              <a:rPr lang="en-IN" sz="2400" dirty="0">
                <a:solidFill>
                  <a:srgbClr val="DCE6F8"/>
                </a:solidFill>
              </a:rPr>
            </a:br>
            <a:r>
              <a:rPr lang="en-IN" sz="2400" dirty="0">
                <a:solidFill>
                  <a:srgbClr val="DCE6F8"/>
                </a:solidFill>
              </a:rPr>
              <a:t>• Career clarity</a:t>
            </a:r>
            <a:br>
              <a:rPr lang="en-IN" sz="2400" dirty="0">
                <a:solidFill>
                  <a:srgbClr val="DCE6F8"/>
                </a:solidFill>
              </a:rPr>
            </a:br>
            <a:r>
              <a:rPr lang="en-IN" sz="2400" dirty="0">
                <a:solidFill>
                  <a:srgbClr val="DCE6F8"/>
                </a:solidFill>
              </a:rPr>
              <a:t>• Project experience</a:t>
            </a:r>
            <a:br>
              <a:rPr lang="en-IN" sz="2400" dirty="0">
                <a:solidFill>
                  <a:srgbClr val="DCE6F8"/>
                </a:solidFill>
              </a:rPr>
            </a:br>
            <a:r>
              <a:rPr lang="en-IN" sz="2400" dirty="0">
                <a:solidFill>
                  <a:srgbClr val="DCE6F8"/>
                </a:solidFill>
              </a:rPr>
              <a:t>• Startup guidance</a:t>
            </a:r>
            <a:br>
              <a:rPr lang="en-IN" sz="2400" dirty="0">
                <a:solidFill>
                  <a:srgbClr val="DCE6F8"/>
                </a:solidFill>
              </a:rPr>
            </a:br>
            <a:r>
              <a:rPr lang="en-IN" sz="2400" dirty="0">
                <a:solidFill>
                  <a:srgbClr val="DCE6F8"/>
                </a:solidFill>
              </a:rPr>
              <a:t>• Long-term mentorship</a:t>
            </a:r>
          </a:p>
          <a:p>
            <a:pPr marL="0" indent="0" algn="l">
              <a:lnSpc>
                <a:spcPct val="100000"/>
              </a:lnSpc>
              <a:buNone/>
            </a:pPr>
            <a:endParaRPr lang="en-US" sz="1200" dirty="0">
              <a:solidFill>
                <a:srgbClr val="DCE6F8"/>
              </a:solidFill>
            </a:endParaRPr>
          </a:p>
        </p:txBody>
      </p:sp>
    </p:spTree>
    <p:extLst>
      <p:ext uri="{BB962C8B-B14F-4D97-AF65-F5344CB8AC3E}">
        <p14:creationId xmlns:p14="http://schemas.microsoft.com/office/powerpoint/2010/main" val="3436497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23577" y="922362"/>
            <a:ext cx="1091059" cy="290661"/>
          </a:xfrm>
          <a:prstGeom prst="roundRect">
            <a:avLst>
              <a:gd name="adj" fmla="val 6177"/>
            </a:avLst>
          </a:prstGeom>
          <a:noFill/>
          <a:ln w="4763">
            <a:solidFill>
              <a:srgbClr val="8061FF"/>
            </a:solidFill>
            <a:prstDash val="solid"/>
          </a:ln>
        </p:spPr>
        <p:txBody>
          <a:bodyPr/>
          <a:lstStyle/>
          <a:p>
            <a:endParaRPr lang="en-IN"/>
          </a:p>
        </p:txBody>
      </p:sp>
      <p:sp>
        <p:nvSpPr>
          <p:cNvPr id="3" name="Text 1"/>
          <p:cNvSpPr/>
          <p:nvPr/>
        </p:nvSpPr>
        <p:spPr>
          <a:xfrm>
            <a:off x="618083" y="971996"/>
            <a:ext cx="1359247" cy="191393"/>
          </a:xfrm>
          <a:prstGeom prst="rect">
            <a:avLst/>
          </a:prstGeom>
          <a:noFill/>
          <a:ln/>
        </p:spPr>
        <p:txBody>
          <a:bodyPr wrap="none" lIns="0" tIns="0" rIns="0" bIns="0" rtlCol="0" anchor="t"/>
          <a:lstStyle/>
          <a:p>
            <a:pPr marL="0" indent="0" algn="l">
              <a:lnSpc>
                <a:spcPct val="133000"/>
              </a:lnSpc>
              <a:buNone/>
            </a:pPr>
            <a:r>
              <a:rPr lang="en-US" sz="900" dirty="0">
                <a:solidFill>
                  <a:srgbClr val="8061FF"/>
                </a:solidFill>
                <a:latin typeface="Arimo" pitchFamily="34" charset="0"/>
                <a:ea typeface="Arimo" pitchFamily="34" charset="-122"/>
                <a:cs typeface="Arimo" pitchFamily="34" charset="-120"/>
              </a:rPr>
              <a:t>WHY NEXGENU</a:t>
            </a:r>
            <a:endParaRPr lang="en-US" sz="900" dirty="0"/>
          </a:p>
        </p:txBody>
      </p:sp>
      <p:sp>
        <p:nvSpPr>
          <p:cNvPr id="4" name="Text 2"/>
          <p:cNvSpPr/>
          <p:nvPr/>
        </p:nvSpPr>
        <p:spPr>
          <a:xfrm>
            <a:off x="523577" y="1272853"/>
            <a:ext cx="5233243" cy="440010"/>
          </a:xfrm>
          <a:prstGeom prst="rect">
            <a:avLst/>
          </a:prstGeom>
          <a:noFill/>
          <a:ln/>
        </p:spPr>
        <p:txBody>
          <a:bodyPr wrap="none" lIns="0" tIns="0" rIns="0" bIns="0" rtlCol="0" anchor="t"/>
          <a:lstStyle/>
          <a:p>
            <a:pPr marL="0" indent="0" algn="l">
              <a:lnSpc>
                <a:spcPct val="104000"/>
              </a:lnSpc>
              <a:buNone/>
            </a:pPr>
            <a:r>
              <a:rPr lang="en-US" sz="2750" b="1" dirty="0">
                <a:solidFill>
                  <a:srgbClr val="FFFFFF"/>
                </a:solidFill>
                <a:latin typeface="Syne Bold" pitchFamily="34" charset="0"/>
                <a:ea typeface="Syne Bold" pitchFamily="34" charset="-122"/>
                <a:cs typeface="Syne Bold" pitchFamily="34" charset="-120"/>
              </a:rPr>
              <a:t>The NexGenu Difference</a:t>
            </a:r>
            <a:endParaRPr lang="en-US" sz="2750" dirty="0"/>
          </a:p>
        </p:txBody>
      </p:sp>
      <p:sp>
        <p:nvSpPr>
          <p:cNvPr id="5" name="Shape 3"/>
          <p:cNvSpPr/>
          <p:nvPr/>
        </p:nvSpPr>
        <p:spPr>
          <a:xfrm>
            <a:off x="523577" y="1937221"/>
            <a:ext cx="2599209" cy="2283842"/>
          </a:xfrm>
          <a:prstGeom prst="roundRect">
            <a:avLst>
              <a:gd name="adj" fmla="val 4004"/>
            </a:avLst>
          </a:prstGeom>
          <a:solidFill>
            <a:srgbClr val="0C0A33"/>
          </a:solidFill>
          <a:ln w="19050">
            <a:solidFill>
              <a:srgbClr val="44426B"/>
            </a:solidFill>
            <a:prstDash val="solid"/>
          </a:ln>
        </p:spPr>
        <p:txBody>
          <a:bodyPr/>
          <a:lstStyle/>
          <a:p>
            <a:endParaRPr lang="en-IN"/>
          </a:p>
        </p:txBody>
      </p:sp>
      <p:sp>
        <p:nvSpPr>
          <p:cNvPr id="6" name="Shape 4"/>
          <p:cNvSpPr/>
          <p:nvPr/>
        </p:nvSpPr>
        <p:spPr>
          <a:xfrm>
            <a:off x="504527" y="1937221"/>
            <a:ext cx="76200" cy="2283842"/>
          </a:xfrm>
          <a:prstGeom prst="roundRect">
            <a:avLst>
              <a:gd name="adj" fmla="val 29451"/>
            </a:avLst>
          </a:prstGeom>
          <a:solidFill>
            <a:srgbClr val="8061FF"/>
          </a:solidFill>
          <a:ln/>
        </p:spPr>
        <p:txBody>
          <a:bodyPr/>
          <a:lstStyle/>
          <a:p>
            <a:endParaRPr lang="en-IN"/>
          </a:p>
        </p:txBody>
      </p:sp>
      <p:sp>
        <p:nvSpPr>
          <p:cNvPr id="7" name="Text 5"/>
          <p:cNvSpPr/>
          <p:nvPr/>
        </p:nvSpPr>
        <p:spPr>
          <a:xfrm>
            <a:off x="749350" y="2047503"/>
            <a:ext cx="2280362" cy="659904"/>
          </a:xfrm>
          <a:prstGeom prst="rect">
            <a:avLst/>
          </a:prstGeom>
          <a:noFill/>
          <a:ln/>
        </p:spPr>
        <p:txBody>
          <a:bodyPr wrap="square" lIns="0" tIns="0" rIns="0" bIns="0" rtlCol="0" anchor="t">
            <a:normAutofit fontScale="92500"/>
          </a:bodyPr>
          <a:lstStyle/>
          <a:p>
            <a:pPr>
              <a:lnSpc>
                <a:spcPct val="104000"/>
              </a:lnSpc>
            </a:pPr>
            <a:r>
              <a:rPr lang="en-IN" sz="1600" b="1" dirty="0">
                <a:solidFill>
                  <a:srgbClr val="DCE6F8"/>
                </a:solidFill>
              </a:rPr>
              <a:t>Unlike Traditional institutes, NexGenU focuses on</a:t>
            </a:r>
            <a:endParaRPr lang="en-US" sz="1400" b="1" dirty="0">
              <a:solidFill>
                <a:srgbClr val="DCE6F8"/>
              </a:solidFill>
            </a:endParaRPr>
          </a:p>
        </p:txBody>
      </p:sp>
      <p:sp>
        <p:nvSpPr>
          <p:cNvPr id="8" name="Text 6"/>
          <p:cNvSpPr/>
          <p:nvPr/>
        </p:nvSpPr>
        <p:spPr>
          <a:xfrm>
            <a:off x="749350" y="2765748"/>
            <a:ext cx="2204814" cy="1279629"/>
          </a:xfrm>
          <a:prstGeom prst="rect">
            <a:avLst/>
          </a:prstGeom>
          <a:noFill/>
          <a:ln/>
        </p:spPr>
        <p:txBody>
          <a:bodyPr wrap="square" lIns="0" tIns="0" rIns="0" bIns="0" rtlCol="0" anchor="t">
            <a:normAutofit fontScale="47500" lnSpcReduction="20000"/>
          </a:bodyPr>
          <a:lstStyle/>
          <a:p>
            <a:pPr>
              <a:lnSpc>
                <a:spcPct val="133000"/>
              </a:lnSpc>
            </a:pPr>
            <a:r>
              <a:rPr lang="en-IN" sz="2500" dirty="0">
                <a:solidFill>
                  <a:srgbClr val="DCE6F8"/>
                </a:solidFill>
              </a:rPr>
              <a:t>• Skill-first learning</a:t>
            </a:r>
            <a:br>
              <a:rPr lang="en-IN" sz="2500" dirty="0">
                <a:solidFill>
                  <a:srgbClr val="DCE6F8"/>
                </a:solidFill>
              </a:rPr>
            </a:br>
            <a:r>
              <a:rPr lang="en-IN" sz="2500" dirty="0">
                <a:solidFill>
                  <a:srgbClr val="DCE6F8"/>
                </a:solidFill>
              </a:rPr>
              <a:t>• Career transformation</a:t>
            </a:r>
            <a:br>
              <a:rPr lang="en-IN" sz="2500" dirty="0">
                <a:solidFill>
                  <a:srgbClr val="DCE6F8"/>
                </a:solidFill>
              </a:rPr>
            </a:br>
            <a:r>
              <a:rPr lang="en-IN" sz="2500" dirty="0">
                <a:solidFill>
                  <a:srgbClr val="DCE6F8"/>
                </a:solidFill>
              </a:rPr>
              <a:t>• Real-world implementation</a:t>
            </a:r>
            <a:br>
              <a:rPr lang="en-IN" sz="2500" dirty="0">
                <a:solidFill>
                  <a:srgbClr val="DCE6F8"/>
                </a:solidFill>
              </a:rPr>
            </a:br>
            <a:r>
              <a:rPr lang="en-IN" sz="2500" dirty="0">
                <a:solidFill>
                  <a:srgbClr val="DCE6F8"/>
                </a:solidFill>
              </a:rPr>
              <a:t>• Industry exposure</a:t>
            </a:r>
            <a:br>
              <a:rPr lang="en-IN" sz="2500" dirty="0">
                <a:solidFill>
                  <a:srgbClr val="DCE6F8"/>
                </a:solidFill>
              </a:rPr>
            </a:br>
            <a:r>
              <a:rPr lang="en-IN" sz="2500" dirty="0">
                <a:solidFill>
                  <a:srgbClr val="DCE6F8"/>
                </a:solidFill>
              </a:rPr>
              <a:t>• Innovation and startups</a:t>
            </a:r>
            <a:br>
              <a:rPr lang="en-IN" sz="2500" dirty="0">
                <a:solidFill>
                  <a:srgbClr val="DCE6F8"/>
                </a:solidFill>
              </a:rPr>
            </a:br>
            <a:r>
              <a:rPr lang="en-IN" sz="2500" dirty="0">
                <a:solidFill>
                  <a:srgbClr val="DCE6F8"/>
                </a:solidFill>
              </a:rPr>
              <a:t>• Long-term student growth</a:t>
            </a:r>
          </a:p>
        </p:txBody>
      </p:sp>
      <p:sp>
        <p:nvSpPr>
          <p:cNvPr id="9" name="Shape 7"/>
          <p:cNvSpPr/>
          <p:nvPr/>
        </p:nvSpPr>
        <p:spPr>
          <a:xfrm>
            <a:off x="3272358" y="1937221"/>
            <a:ext cx="2599209" cy="2283842"/>
          </a:xfrm>
          <a:prstGeom prst="roundRect">
            <a:avLst>
              <a:gd name="adj" fmla="val 4004"/>
            </a:avLst>
          </a:prstGeom>
          <a:solidFill>
            <a:srgbClr val="0C0A33"/>
          </a:solidFill>
          <a:ln w="19050">
            <a:solidFill>
              <a:srgbClr val="44426B"/>
            </a:solidFill>
            <a:prstDash val="solid"/>
          </a:ln>
        </p:spPr>
        <p:txBody>
          <a:bodyPr/>
          <a:lstStyle/>
          <a:p>
            <a:endParaRPr lang="en-IN"/>
          </a:p>
        </p:txBody>
      </p:sp>
      <p:sp>
        <p:nvSpPr>
          <p:cNvPr id="10" name="Shape 8"/>
          <p:cNvSpPr/>
          <p:nvPr/>
        </p:nvSpPr>
        <p:spPr>
          <a:xfrm>
            <a:off x="3253308" y="1937221"/>
            <a:ext cx="76200" cy="2283842"/>
          </a:xfrm>
          <a:prstGeom prst="roundRect">
            <a:avLst>
              <a:gd name="adj" fmla="val 29451"/>
            </a:avLst>
          </a:prstGeom>
          <a:solidFill>
            <a:srgbClr val="8061FF"/>
          </a:solidFill>
          <a:ln/>
        </p:spPr>
        <p:txBody>
          <a:bodyPr/>
          <a:lstStyle/>
          <a:p>
            <a:endParaRPr lang="en-IN"/>
          </a:p>
        </p:txBody>
      </p:sp>
      <p:sp>
        <p:nvSpPr>
          <p:cNvPr id="11" name="Text 9"/>
          <p:cNvSpPr/>
          <p:nvPr/>
        </p:nvSpPr>
        <p:spPr>
          <a:xfrm>
            <a:off x="3498131" y="2087200"/>
            <a:ext cx="2204814" cy="439936"/>
          </a:xfrm>
          <a:prstGeom prst="rect">
            <a:avLst/>
          </a:prstGeom>
          <a:noFill/>
          <a:ln/>
        </p:spPr>
        <p:txBody>
          <a:bodyPr wrap="square" lIns="0" tIns="0" rIns="0" bIns="0" rtlCol="0" anchor="t">
            <a:normAutofit fontScale="92500" lnSpcReduction="20000"/>
          </a:bodyPr>
          <a:lstStyle/>
          <a:p>
            <a:pPr>
              <a:lnSpc>
                <a:spcPct val="104000"/>
              </a:lnSpc>
            </a:pPr>
            <a:r>
              <a:rPr lang="en-IN" b="1" dirty="0">
                <a:solidFill>
                  <a:srgbClr val="DCE6F8"/>
                </a:solidFill>
              </a:rPr>
              <a:t>Live Projects &amp; Real -World Experience</a:t>
            </a:r>
            <a:endParaRPr lang="en-US" sz="1350" dirty="0"/>
          </a:p>
        </p:txBody>
      </p:sp>
      <p:sp>
        <p:nvSpPr>
          <p:cNvPr id="12" name="Text 10"/>
          <p:cNvSpPr/>
          <p:nvPr/>
        </p:nvSpPr>
        <p:spPr>
          <a:xfrm>
            <a:off x="3423344" y="2764439"/>
            <a:ext cx="2354387" cy="1456312"/>
          </a:xfrm>
          <a:prstGeom prst="rect">
            <a:avLst/>
          </a:prstGeom>
          <a:noFill/>
          <a:ln/>
        </p:spPr>
        <p:txBody>
          <a:bodyPr wrap="square" lIns="0" tIns="0" rIns="0" bIns="0" rtlCol="0" anchor="t">
            <a:normAutofit/>
          </a:bodyPr>
          <a:lstStyle/>
          <a:p>
            <a:r>
              <a:rPr lang="en-IN" sz="1600" dirty="0">
                <a:solidFill>
                  <a:srgbClr val="DCE6F8"/>
                </a:solidFill>
              </a:rPr>
              <a:t>• </a:t>
            </a:r>
            <a:r>
              <a:rPr lang="en-IN" sz="1400" dirty="0">
                <a:solidFill>
                  <a:srgbClr val="DCE6F8"/>
                </a:solidFill>
              </a:rPr>
              <a:t>Live projects</a:t>
            </a:r>
            <a:br>
              <a:rPr lang="en-IN" sz="1400" dirty="0">
                <a:solidFill>
                  <a:srgbClr val="DCE6F8"/>
                </a:solidFill>
              </a:rPr>
            </a:br>
            <a:r>
              <a:rPr lang="en-IN" sz="1400" dirty="0">
                <a:solidFill>
                  <a:srgbClr val="DCE6F8"/>
                </a:solidFill>
              </a:rPr>
              <a:t>• MNC-level project simulations</a:t>
            </a:r>
            <a:br>
              <a:rPr lang="en-IN" sz="1400" dirty="0">
                <a:solidFill>
                  <a:srgbClr val="DCE6F8"/>
                </a:solidFill>
              </a:rPr>
            </a:br>
            <a:r>
              <a:rPr lang="en-IN" sz="1400" dirty="0">
                <a:solidFill>
                  <a:srgbClr val="DCE6F8"/>
                </a:solidFill>
              </a:rPr>
              <a:t>• Startup projects</a:t>
            </a:r>
            <a:br>
              <a:rPr lang="en-IN" sz="1400" dirty="0">
                <a:solidFill>
                  <a:srgbClr val="DCE6F8"/>
                </a:solidFill>
              </a:rPr>
            </a:br>
            <a:r>
              <a:rPr lang="en-IN" sz="1400" dirty="0">
                <a:solidFill>
                  <a:srgbClr val="DCE6F8"/>
                </a:solidFill>
              </a:rPr>
              <a:t>• Team collaborations</a:t>
            </a:r>
            <a:br>
              <a:rPr lang="en-IN" sz="1400" dirty="0">
                <a:solidFill>
                  <a:srgbClr val="DCE6F8"/>
                </a:solidFill>
              </a:rPr>
            </a:br>
            <a:r>
              <a:rPr lang="en-IN" sz="1400" dirty="0">
                <a:solidFill>
                  <a:srgbClr val="DCE6F8"/>
                </a:solidFill>
              </a:rPr>
              <a:t>• Real implementation tasks</a:t>
            </a:r>
          </a:p>
        </p:txBody>
      </p:sp>
      <p:sp>
        <p:nvSpPr>
          <p:cNvPr id="13" name="Shape 11"/>
          <p:cNvSpPr/>
          <p:nvPr/>
        </p:nvSpPr>
        <p:spPr>
          <a:xfrm>
            <a:off x="6021216" y="1937221"/>
            <a:ext cx="2599283" cy="2283842"/>
          </a:xfrm>
          <a:prstGeom prst="roundRect">
            <a:avLst>
              <a:gd name="adj" fmla="val 4004"/>
            </a:avLst>
          </a:prstGeom>
          <a:solidFill>
            <a:srgbClr val="0C0A33"/>
          </a:solidFill>
          <a:ln w="19050">
            <a:solidFill>
              <a:srgbClr val="44426B"/>
            </a:solidFill>
            <a:prstDash val="solid"/>
          </a:ln>
        </p:spPr>
        <p:txBody>
          <a:bodyPr/>
          <a:lstStyle/>
          <a:p>
            <a:endParaRPr lang="en-IN" dirty="0"/>
          </a:p>
        </p:txBody>
      </p:sp>
      <p:sp>
        <p:nvSpPr>
          <p:cNvPr id="14" name="Shape 12"/>
          <p:cNvSpPr/>
          <p:nvPr/>
        </p:nvSpPr>
        <p:spPr>
          <a:xfrm>
            <a:off x="6002089" y="1937221"/>
            <a:ext cx="76200" cy="2283842"/>
          </a:xfrm>
          <a:prstGeom prst="roundRect">
            <a:avLst>
              <a:gd name="adj" fmla="val 29451"/>
            </a:avLst>
          </a:prstGeom>
          <a:solidFill>
            <a:srgbClr val="8061FF"/>
          </a:solidFill>
          <a:ln/>
        </p:spPr>
        <p:txBody>
          <a:bodyPr/>
          <a:lstStyle/>
          <a:p>
            <a:endParaRPr lang="en-IN"/>
          </a:p>
        </p:txBody>
      </p:sp>
      <p:sp>
        <p:nvSpPr>
          <p:cNvPr id="15" name="Text 13"/>
          <p:cNvSpPr/>
          <p:nvPr/>
        </p:nvSpPr>
        <p:spPr>
          <a:xfrm>
            <a:off x="6246912" y="2047503"/>
            <a:ext cx="2204889" cy="439936"/>
          </a:xfrm>
          <a:prstGeom prst="rect">
            <a:avLst/>
          </a:prstGeom>
          <a:noFill/>
          <a:ln/>
        </p:spPr>
        <p:txBody>
          <a:bodyPr wrap="square" lIns="0" tIns="0" rIns="0" bIns="0" rtlCol="0" anchor="t">
            <a:normAutofit fontScale="92500" lnSpcReduction="20000"/>
          </a:bodyPr>
          <a:lstStyle/>
          <a:p>
            <a:pPr>
              <a:lnSpc>
                <a:spcPct val="104000"/>
              </a:lnSpc>
            </a:pPr>
            <a:r>
              <a:rPr lang="en-IN" b="1" dirty="0">
                <a:solidFill>
                  <a:srgbClr val="DCE6F8"/>
                </a:solidFill>
              </a:rPr>
              <a:t>Placement-Focused Ecosystem</a:t>
            </a:r>
            <a:r>
              <a:rPr lang="en-US" sz="1350" b="1" dirty="0">
                <a:solidFill>
                  <a:srgbClr val="D9E1FF"/>
                </a:solidFill>
                <a:latin typeface="Syne Bold" pitchFamily="34" charset="0"/>
                <a:ea typeface="Syne Bold" pitchFamily="34" charset="-122"/>
                <a:cs typeface="Syne Bold" pitchFamily="34" charset="-120"/>
              </a:rPr>
              <a:t> </a:t>
            </a:r>
            <a:endParaRPr lang="en-US" sz="1350" dirty="0"/>
          </a:p>
        </p:txBody>
      </p:sp>
      <p:sp>
        <p:nvSpPr>
          <p:cNvPr id="16" name="Text 14"/>
          <p:cNvSpPr/>
          <p:nvPr/>
        </p:nvSpPr>
        <p:spPr>
          <a:xfrm>
            <a:off x="6246912" y="2597721"/>
            <a:ext cx="2470368" cy="1654538"/>
          </a:xfrm>
          <a:prstGeom prst="rect">
            <a:avLst/>
          </a:prstGeom>
          <a:noFill/>
          <a:ln/>
        </p:spPr>
        <p:txBody>
          <a:bodyPr wrap="square" lIns="0" tIns="0" rIns="0" bIns="0" rtlCol="0" anchor="t">
            <a:normAutofit fontScale="47500" lnSpcReduction="20000"/>
          </a:bodyPr>
          <a:lstStyle/>
          <a:p>
            <a:pPr>
              <a:lnSpc>
                <a:spcPct val="133000"/>
              </a:lnSpc>
            </a:pPr>
            <a:r>
              <a:rPr lang="en-IN" sz="2800" dirty="0">
                <a:solidFill>
                  <a:srgbClr val="DCE6F8"/>
                </a:solidFill>
              </a:rPr>
              <a:t>• Technical training</a:t>
            </a:r>
            <a:br>
              <a:rPr lang="en-IN" sz="2800" dirty="0">
                <a:solidFill>
                  <a:srgbClr val="DCE6F8"/>
                </a:solidFill>
              </a:rPr>
            </a:br>
            <a:r>
              <a:rPr lang="en-IN" sz="2800" dirty="0">
                <a:solidFill>
                  <a:srgbClr val="DCE6F8"/>
                </a:solidFill>
              </a:rPr>
              <a:t>• Resume building</a:t>
            </a:r>
            <a:br>
              <a:rPr lang="en-IN" sz="2800" dirty="0">
                <a:solidFill>
                  <a:srgbClr val="DCE6F8"/>
                </a:solidFill>
              </a:rPr>
            </a:br>
            <a:r>
              <a:rPr lang="en-IN" sz="2800" dirty="0">
                <a:solidFill>
                  <a:srgbClr val="DCE6F8"/>
                </a:solidFill>
              </a:rPr>
              <a:t>• GitHub portfolio creation</a:t>
            </a:r>
            <a:br>
              <a:rPr lang="en-IN" sz="2800" dirty="0">
                <a:solidFill>
                  <a:srgbClr val="DCE6F8"/>
                </a:solidFill>
              </a:rPr>
            </a:br>
            <a:r>
              <a:rPr lang="en-IN" sz="2800" dirty="0">
                <a:solidFill>
                  <a:srgbClr val="DCE6F8"/>
                </a:solidFill>
              </a:rPr>
              <a:t>• Mock interviews</a:t>
            </a:r>
            <a:br>
              <a:rPr lang="en-IN" sz="2800" dirty="0">
                <a:solidFill>
                  <a:srgbClr val="DCE6F8"/>
                </a:solidFill>
              </a:rPr>
            </a:br>
            <a:r>
              <a:rPr lang="en-IN" sz="2800" dirty="0">
                <a:solidFill>
                  <a:srgbClr val="DCE6F8"/>
                </a:solidFill>
              </a:rPr>
              <a:t>• LinkedIn optimization</a:t>
            </a:r>
            <a:br>
              <a:rPr lang="en-IN" sz="2800" dirty="0">
                <a:solidFill>
                  <a:srgbClr val="DCE6F8"/>
                </a:solidFill>
              </a:rPr>
            </a:br>
            <a:r>
              <a:rPr lang="en-IN" sz="2800" dirty="0">
                <a:solidFill>
                  <a:srgbClr val="DCE6F8"/>
                </a:solidFill>
              </a:rPr>
              <a:t>• Internship opportunities</a:t>
            </a:r>
            <a:br>
              <a:rPr lang="en-IN" sz="2800" dirty="0">
                <a:solidFill>
                  <a:srgbClr val="DCE6F8"/>
                </a:solidFill>
              </a:rPr>
            </a:br>
            <a:r>
              <a:rPr lang="en-IN" sz="2800" dirty="0">
                <a:solidFill>
                  <a:srgbClr val="DCE6F8"/>
                </a:solidFill>
              </a:rPr>
              <a:t>• Career mentorship</a:t>
            </a:r>
          </a:p>
        </p:txBody>
      </p:sp>
      <p:sp>
        <p:nvSpPr>
          <p:cNvPr id="17" name="Rectangle 16">
            <a:extLst>
              <a:ext uri="{FF2B5EF4-FFF2-40B4-BE49-F238E27FC236}">
                <a16:creationId xmlns:a16="http://schemas.microsoft.com/office/drawing/2014/main" id="{62338CA6-E0C1-A3EA-B8EF-EB5054AF6F5F}"/>
              </a:ext>
            </a:extLst>
          </p:cNvPr>
          <p:cNvSpPr/>
          <p:nvPr/>
        </p:nvSpPr>
        <p:spPr>
          <a:xfrm>
            <a:off x="8044815" y="4845129"/>
            <a:ext cx="1038225" cy="267891"/>
          </a:xfrm>
          <a:prstGeom prst="rect">
            <a:avLst/>
          </a:prstGeom>
          <a:solidFill>
            <a:srgbClr val="09122B"/>
          </a:solidFill>
          <a:ln>
            <a:solidFill>
              <a:srgbClr val="09122B"/>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BDB02-EA9C-F357-4DF1-41FEA7A9124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A29D2B4-6E2A-DA55-E902-F57F222FE670}"/>
              </a:ext>
            </a:extLst>
          </p:cNvPr>
          <p:cNvSpPr/>
          <p:nvPr/>
        </p:nvSpPr>
        <p:spPr>
          <a:xfrm>
            <a:off x="523577" y="922362"/>
            <a:ext cx="1091059" cy="290661"/>
          </a:xfrm>
          <a:prstGeom prst="roundRect">
            <a:avLst>
              <a:gd name="adj" fmla="val 6177"/>
            </a:avLst>
          </a:prstGeom>
          <a:noFill/>
          <a:ln w="4763">
            <a:solidFill>
              <a:srgbClr val="8061FF"/>
            </a:solidFill>
            <a:prstDash val="solid"/>
          </a:ln>
        </p:spPr>
        <p:txBody>
          <a:bodyPr/>
          <a:lstStyle/>
          <a:p>
            <a:endParaRPr lang="en-IN"/>
          </a:p>
        </p:txBody>
      </p:sp>
      <p:sp>
        <p:nvSpPr>
          <p:cNvPr id="3" name="Text 1">
            <a:extLst>
              <a:ext uri="{FF2B5EF4-FFF2-40B4-BE49-F238E27FC236}">
                <a16:creationId xmlns:a16="http://schemas.microsoft.com/office/drawing/2014/main" id="{FCA93994-E086-450B-905E-83AB4FDC0E8B}"/>
              </a:ext>
            </a:extLst>
          </p:cNvPr>
          <p:cNvSpPr/>
          <p:nvPr/>
        </p:nvSpPr>
        <p:spPr>
          <a:xfrm>
            <a:off x="618083" y="971996"/>
            <a:ext cx="1359247" cy="191393"/>
          </a:xfrm>
          <a:prstGeom prst="rect">
            <a:avLst/>
          </a:prstGeom>
          <a:noFill/>
          <a:ln/>
        </p:spPr>
        <p:txBody>
          <a:bodyPr wrap="none" lIns="0" tIns="0" rIns="0" bIns="0" rtlCol="0" anchor="t"/>
          <a:lstStyle/>
          <a:p>
            <a:pPr marL="0" indent="0" algn="l">
              <a:lnSpc>
                <a:spcPct val="133000"/>
              </a:lnSpc>
              <a:buNone/>
            </a:pPr>
            <a:r>
              <a:rPr lang="en-US" sz="900" dirty="0">
                <a:solidFill>
                  <a:srgbClr val="8061FF"/>
                </a:solidFill>
                <a:latin typeface="Arimo" pitchFamily="34" charset="0"/>
                <a:ea typeface="Arimo" pitchFamily="34" charset="-122"/>
                <a:cs typeface="Arimo" pitchFamily="34" charset="-120"/>
              </a:rPr>
              <a:t>WHY NEXGENU</a:t>
            </a:r>
            <a:endParaRPr lang="en-US" sz="900" dirty="0"/>
          </a:p>
        </p:txBody>
      </p:sp>
      <p:sp>
        <p:nvSpPr>
          <p:cNvPr id="4" name="Text 2">
            <a:extLst>
              <a:ext uri="{FF2B5EF4-FFF2-40B4-BE49-F238E27FC236}">
                <a16:creationId xmlns:a16="http://schemas.microsoft.com/office/drawing/2014/main" id="{3A82B1E0-C967-D382-9AAB-C19F8A9EA32E}"/>
              </a:ext>
            </a:extLst>
          </p:cNvPr>
          <p:cNvSpPr/>
          <p:nvPr/>
        </p:nvSpPr>
        <p:spPr>
          <a:xfrm>
            <a:off x="523577" y="1272853"/>
            <a:ext cx="5233243" cy="440010"/>
          </a:xfrm>
          <a:prstGeom prst="rect">
            <a:avLst/>
          </a:prstGeom>
          <a:noFill/>
          <a:ln/>
        </p:spPr>
        <p:txBody>
          <a:bodyPr wrap="none" lIns="0" tIns="0" rIns="0" bIns="0" rtlCol="0" anchor="t"/>
          <a:lstStyle/>
          <a:p>
            <a:pPr marL="0" indent="0" algn="l">
              <a:lnSpc>
                <a:spcPct val="104000"/>
              </a:lnSpc>
              <a:buNone/>
            </a:pPr>
            <a:r>
              <a:rPr lang="en-US" sz="2750" b="1" dirty="0">
                <a:solidFill>
                  <a:srgbClr val="FFFFFF"/>
                </a:solidFill>
                <a:latin typeface="Syne Bold" pitchFamily="34" charset="0"/>
                <a:ea typeface="Syne Bold" pitchFamily="34" charset="-122"/>
                <a:cs typeface="Syne Bold" pitchFamily="34" charset="-120"/>
              </a:rPr>
              <a:t>The NexGenu Difference</a:t>
            </a:r>
            <a:endParaRPr lang="en-US" sz="2750" dirty="0"/>
          </a:p>
        </p:txBody>
      </p:sp>
      <p:sp>
        <p:nvSpPr>
          <p:cNvPr id="5" name="Shape 3">
            <a:extLst>
              <a:ext uri="{FF2B5EF4-FFF2-40B4-BE49-F238E27FC236}">
                <a16:creationId xmlns:a16="http://schemas.microsoft.com/office/drawing/2014/main" id="{1D8BD075-8CA7-7C72-04FA-8F2B94DA1C16}"/>
              </a:ext>
            </a:extLst>
          </p:cNvPr>
          <p:cNvSpPr/>
          <p:nvPr/>
        </p:nvSpPr>
        <p:spPr>
          <a:xfrm>
            <a:off x="523577" y="1937221"/>
            <a:ext cx="2599209" cy="2283842"/>
          </a:xfrm>
          <a:prstGeom prst="roundRect">
            <a:avLst>
              <a:gd name="adj" fmla="val 4004"/>
            </a:avLst>
          </a:prstGeom>
          <a:solidFill>
            <a:srgbClr val="0C0A33"/>
          </a:solidFill>
          <a:ln w="19050">
            <a:solidFill>
              <a:srgbClr val="44426B"/>
            </a:solidFill>
            <a:prstDash val="solid"/>
          </a:ln>
        </p:spPr>
        <p:txBody>
          <a:bodyPr/>
          <a:lstStyle/>
          <a:p>
            <a:endParaRPr lang="en-IN"/>
          </a:p>
        </p:txBody>
      </p:sp>
      <p:sp>
        <p:nvSpPr>
          <p:cNvPr id="6" name="Shape 4">
            <a:extLst>
              <a:ext uri="{FF2B5EF4-FFF2-40B4-BE49-F238E27FC236}">
                <a16:creationId xmlns:a16="http://schemas.microsoft.com/office/drawing/2014/main" id="{E2AE75C1-422C-E0BD-9D5D-9562F6494E53}"/>
              </a:ext>
            </a:extLst>
          </p:cNvPr>
          <p:cNvSpPr/>
          <p:nvPr/>
        </p:nvSpPr>
        <p:spPr>
          <a:xfrm>
            <a:off x="504527" y="1937221"/>
            <a:ext cx="76200" cy="2283842"/>
          </a:xfrm>
          <a:prstGeom prst="roundRect">
            <a:avLst>
              <a:gd name="adj" fmla="val 29451"/>
            </a:avLst>
          </a:prstGeom>
          <a:solidFill>
            <a:srgbClr val="8061FF"/>
          </a:solidFill>
          <a:ln/>
        </p:spPr>
        <p:txBody>
          <a:bodyPr/>
          <a:lstStyle/>
          <a:p>
            <a:endParaRPr lang="en-IN"/>
          </a:p>
        </p:txBody>
      </p:sp>
      <p:sp>
        <p:nvSpPr>
          <p:cNvPr id="7" name="Text 5">
            <a:extLst>
              <a:ext uri="{FF2B5EF4-FFF2-40B4-BE49-F238E27FC236}">
                <a16:creationId xmlns:a16="http://schemas.microsoft.com/office/drawing/2014/main" id="{6F96DC07-A87E-2976-3022-651326E50792}"/>
              </a:ext>
            </a:extLst>
          </p:cNvPr>
          <p:cNvSpPr/>
          <p:nvPr/>
        </p:nvSpPr>
        <p:spPr>
          <a:xfrm>
            <a:off x="749350" y="2047503"/>
            <a:ext cx="2204814" cy="659904"/>
          </a:xfrm>
          <a:prstGeom prst="rect">
            <a:avLst/>
          </a:prstGeom>
          <a:noFill/>
          <a:ln/>
        </p:spPr>
        <p:txBody>
          <a:bodyPr wrap="square" lIns="0" tIns="0" rIns="0" bIns="0" rtlCol="0" anchor="t">
            <a:normAutofit/>
          </a:bodyPr>
          <a:lstStyle/>
          <a:p>
            <a:pPr>
              <a:lnSpc>
                <a:spcPct val="104000"/>
              </a:lnSpc>
            </a:pPr>
            <a:r>
              <a:rPr lang="en-IN" b="1" dirty="0">
                <a:solidFill>
                  <a:srgbClr val="DCE6F8"/>
                </a:solidFill>
              </a:rPr>
              <a:t>Startup &amp; Innovation Support</a:t>
            </a:r>
            <a:endParaRPr lang="en-US" sz="1400" b="1" dirty="0">
              <a:solidFill>
                <a:srgbClr val="DCE6F8"/>
              </a:solidFill>
            </a:endParaRPr>
          </a:p>
        </p:txBody>
      </p:sp>
      <p:sp>
        <p:nvSpPr>
          <p:cNvPr id="8" name="Text 6">
            <a:extLst>
              <a:ext uri="{FF2B5EF4-FFF2-40B4-BE49-F238E27FC236}">
                <a16:creationId xmlns:a16="http://schemas.microsoft.com/office/drawing/2014/main" id="{EC9FA10C-77D6-CE3D-7C3A-17F4221B4AFA}"/>
              </a:ext>
            </a:extLst>
          </p:cNvPr>
          <p:cNvSpPr/>
          <p:nvPr/>
        </p:nvSpPr>
        <p:spPr>
          <a:xfrm>
            <a:off x="749350" y="2707407"/>
            <a:ext cx="2392486" cy="1464097"/>
          </a:xfrm>
          <a:prstGeom prst="rect">
            <a:avLst/>
          </a:prstGeom>
          <a:noFill/>
          <a:ln/>
        </p:spPr>
        <p:txBody>
          <a:bodyPr wrap="square" lIns="0" tIns="0" rIns="0" bIns="0" rtlCol="0" anchor="t">
            <a:normAutofit/>
          </a:bodyPr>
          <a:lstStyle/>
          <a:p>
            <a:pPr>
              <a:lnSpc>
                <a:spcPct val="133000"/>
              </a:lnSpc>
            </a:pPr>
            <a:r>
              <a:rPr lang="en-IN" sz="1400" dirty="0">
                <a:solidFill>
                  <a:srgbClr val="DCE6F8"/>
                </a:solidFill>
              </a:rPr>
              <a:t>• Product development</a:t>
            </a:r>
            <a:br>
              <a:rPr lang="en-IN" sz="1400" dirty="0">
                <a:solidFill>
                  <a:srgbClr val="DCE6F8"/>
                </a:solidFill>
              </a:rPr>
            </a:br>
            <a:r>
              <a:rPr lang="en-IN" sz="1400" dirty="0">
                <a:solidFill>
                  <a:srgbClr val="DCE6F8"/>
                </a:solidFill>
              </a:rPr>
              <a:t>• Innovation</a:t>
            </a:r>
            <a:br>
              <a:rPr lang="en-IN" sz="1400" dirty="0">
                <a:solidFill>
                  <a:srgbClr val="DCE6F8"/>
                </a:solidFill>
              </a:rPr>
            </a:br>
            <a:r>
              <a:rPr lang="en-IN" sz="1400" dirty="0">
                <a:solidFill>
                  <a:srgbClr val="DCE6F8"/>
                </a:solidFill>
              </a:rPr>
              <a:t>• Entrepreneurship</a:t>
            </a:r>
            <a:br>
              <a:rPr lang="en-IN" sz="1400" dirty="0">
                <a:solidFill>
                  <a:srgbClr val="DCE6F8"/>
                </a:solidFill>
              </a:rPr>
            </a:br>
            <a:r>
              <a:rPr lang="en-IN" sz="1400" dirty="0">
                <a:solidFill>
                  <a:srgbClr val="DCE6F8"/>
                </a:solidFill>
              </a:rPr>
              <a:t>• Hackathons</a:t>
            </a:r>
            <a:br>
              <a:rPr lang="en-IN" sz="1400" dirty="0">
                <a:solidFill>
                  <a:srgbClr val="DCE6F8"/>
                </a:solidFill>
              </a:rPr>
            </a:br>
            <a:r>
              <a:rPr lang="en-IN" sz="1400" dirty="0">
                <a:solidFill>
                  <a:srgbClr val="DCE6F8"/>
                </a:solidFill>
              </a:rPr>
              <a:t>• Incubation support</a:t>
            </a:r>
            <a:endParaRPr lang="en-IN" sz="2000" dirty="0">
              <a:solidFill>
                <a:srgbClr val="DCE6F8"/>
              </a:solidFill>
            </a:endParaRPr>
          </a:p>
        </p:txBody>
      </p:sp>
      <p:sp>
        <p:nvSpPr>
          <p:cNvPr id="9" name="Shape 7">
            <a:extLst>
              <a:ext uri="{FF2B5EF4-FFF2-40B4-BE49-F238E27FC236}">
                <a16:creationId xmlns:a16="http://schemas.microsoft.com/office/drawing/2014/main" id="{81967838-404C-6F6D-F4E1-ED94322945EE}"/>
              </a:ext>
            </a:extLst>
          </p:cNvPr>
          <p:cNvSpPr/>
          <p:nvPr/>
        </p:nvSpPr>
        <p:spPr>
          <a:xfrm>
            <a:off x="3272358" y="1937221"/>
            <a:ext cx="2599209" cy="2283842"/>
          </a:xfrm>
          <a:prstGeom prst="roundRect">
            <a:avLst>
              <a:gd name="adj" fmla="val 4004"/>
            </a:avLst>
          </a:prstGeom>
          <a:solidFill>
            <a:srgbClr val="0C0A33"/>
          </a:solidFill>
          <a:ln w="19050">
            <a:solidFill>
              <a:srgbClr val="44426B"/>
            </a:solidFill>
            <a:prstDash val="solid"/>
          </a:ln>
        </p:spPr>
        <p:txBody>
          <a:bodyPr/>
          <a:lstStyle/>
          <a:p>
            <a:endParaRPr lang="en-IN"/>
          </a:p>
        </p:txBody>
      </p:sp>
      <p:sp>
        <p:nvSpPr>
          <p:cNvPr id="10" name="Shape 8">
            <a:extLst>
              <a:ext uri="{FF2B5EF4-FFF2-40B4-BE49-F238E27FC236}">
                <a16:creationId xmlns:a16="http://schemas.microsoft.com/office/drawing/2014/main" id="{2D1BFCC9-BF33-6EEB-593E-CB99961F55E9}"/>
              </a:ext>
            </a:extLst>
          </p:cNvPr>
          <p:cNvSpPr/>
          <p:nvPr/>
        </p:nvSpPr>
        <p:spPr>
          <a:xfrm>
            <a:off x="3253308" y="1937221"/>
            <a:ext cx="76200" cy="2283842"/>
          </a:xfrm>
          <a:prstGeom prst="roundRect">
            <a:avLst>
              <a:gd name="adj" fmla="val 29451"/>
            </a:avLst>
          </a:prstGeom>
          <a:solidFill>
            <a:srgbClr val="8061FF"/>
          </a:solidFill>
          <a:ln/>
        </p:spPr>
        <p:txBody>
          <a:bodyPr/>
          <a:lstStyle/>
          <a:p>
            <a:endParaRPr lang="en-IN"/>
          </a:p>
        </p:txBody>
      </p:sp>
      <p:sp>
        <p:nvSpPr>
          <p:cNvPr id="11" name="Text 9">
            <a:extLst>
              <a:ext uri="{FF2B5EF4-FFF2-40B4-BE49-F238E27FC236}">
                <a16:creationId xmlns:a16="http://schemas.microsoft.com/office/drawing/2014/main" id="{516FCF5A-A091-FAF6-4E43-41CA61EC5653}"/>
              </a:ext>
            </a:extLst>
          </p:cNvPr>
          <p:cNvSpPr/>
          <p:nvPr/>
        </p:nvSpPr>
        <p:spPr>
          <a:xfrm>
            <a:off x="3498131" y="2087200"/>
            <a:ext cx="2204814" cy="439936"/>
          </a:xfrm>
          <a:prstGeom prst="rect">
            <a:avLst/>
          </a:prstGeom>
          <a:noFill/>
          <a:ln/>
        </p:spPr>
        <p:txBody>
          <a:bodyPr wrap="square" lIns="0" tIns="0" rIns="0" bIns="0" rtlCol="0" anchor="t">
            <a:normAutofit fontScale="92500" lnSpcReduction="20000"/>
          </a:bodyPr>
          <a:lstStyle/>
          <a:p>
            <a:pPr>
              <a:lnSpc>
                <a:spcPct val="104000"/>
              </a:lnSpc>
            </a:pPr>
            <a:r>
              <a:rPr lang="en-IN" b="1" dirty="0">
                <a:solidFill>
                  <a:srgbClr val="DCE6F8"/>
                </a:solidFill>
              </a:rPr>
              <a:t>Monthly Hackathons &amp; Workshops</a:t>
            </a:r>
            <a:endParaRPr lang="en-US" sz="1350" dirty="0">
              <a:solidFill>
                <a:srgbClr val="DCE6F8"/>
              </a:solidFill>
            </a:endParaRPr>
          </a:p>
        </p:txBody>
      </p:sp>
      <p:sp>
        <p:nvSpPr>
          <p:cNvPr id="12" name="Text 10">
            <a:extLst>
              <a:ext uri="{FF2B5EF4-FFF2-40B4-BE49-F238E27FC236}">
                <a16:creationId xmlns:a16="http://schemas.microsoft.com/office/drawing/2014/main" id="{94CEE0A4-0F90-533C-E08B-0D887D45C152}"/>
              </a:ext>
            </a:extLst>
          </p:cNvPr>
          <p:cNvSpPr/>
          <p:nvPr/>
        </p:nvSpPr>
        <p:spPr>
          <a:xfrm>
            <a:off x="3423344" y="2677115"/>
            <a:ext cx="2354387" cy="1654538"/>
          </a:xfrm>
          <a:prstGeom prst="rect">
            <a:avLst/>
          </a:prstGeom>
          <a:noFill/>
          <a:ln/>
        </p:spPr>
        <p:txBody>
          <a:bodyPr wrap="square" lIns="0" tIns="0" rIns="0" bIns="0" rtlCol="0" anchor="t">
            <a:normAutofit/>
          </a:bodyPr>
          <a:lstStyle/>
          <a:p>
            <a:r>
              <a:rPr lang="en-IN" sz="1600" dirty="0">
                <a:solidFill>
                  <a:srgbClr val="DCE6F8"/>
                </a:solidFill>
              </a:rPr>
              <a:t>• Monthly hackathons</a:t>
            </a:r>
            <a:br>
              <a:rPr lang="en-IN" sz="1600" dirty="0">
                <a:solidFill>
                  <a:srgbClr val="DCE6F8"/>
                </a:solidFill>
              </a:rPr>
            </a:br>
            <a:r>
              <a:rPr lang="en-IN" sz="1600" dirty="0">
                <a:solidFill>
                  <a:srgbClr val="DCE6F8"/>
                </a:solidFill>
              </a:rPr>
              <a:t>• Coding competitions</a:t>
            </a:r>
            <a:br>
              <a:rPr lang="en-IN" sz="1600" dirty="0">
                <a:solidFill>
                  <a:srgbClr val="DCE6F8"/>
                </a:solidFill>
              </a:rPr>
            </a:br>
            <a:r>
              <a:rPr lang="en-IN" sz="1600" dirty="0">
                <a:solidFill>
                  <a:srgbClr val="DCE6F8"/>
                </a:solidFill>
              </a:rPr>
              <a:t>• Workshops</a:t>
            </a:r>
            <a:br>
              <a:rPr lang="en-IN" sz="1600" dirty="0">
                <a:solidFill>
                  <a:srgbClr val="DCE6F8"/>
                </a:solidFill>
              </a:rPr>
            </a:br>
            <a:r>
              <a:rPr lang="en-IN" sz="1600" dirty="0">
                <a:solidFill>
                  <a:srgbClr val="DCE6F8"/>
                </a:solidFill>
              </a:rPr>
              <a:t>• Technical events</a:t>
            </a:r>
            <a:br>
              <a:rPr lang="en-IN" sz="1600" dirty="0">
                <a:solidFill>
                  <a:srgbClr val="DCE6F8"/>
                </a:solidFill>
              </a:rPr>
            </a:br>
            <a:r>
              <a:rPr lang="en-IN" sz="1600" dirty="0">
                <a:solidFill>
                  <a:srgbClr val="DCE6F8"/>
                </a:solidFill>
              </a:rPr>
              <a:t>• Career sessions</a:t>
            </a:r>
            <a:br>
              <a:rPr lang="en-IN" sz="1600" dirty="0">
                <a:solidFill>
                  <a:srgbClr val="DCE6F8"/>
                </a:solidFill>
              </a:rPr>
            </a:br>
            <a:r>
              <a:rPr lang="en-IN" sz="1600" dirty="0">
                <a:solidFill>
                  <a:srgbClr val="DCE6F8"/>
                </a:solidFill>
              </a:rPr>
              <a:t>• Innovation challenges</a:t>
            </a:r>
            <a:endParaRPr lang="en-IN" sz="1200" dirty="0">
              <a:solidFill>
                <a:srgbClr val="DCE6F8"/>
              </a:solidFill>
            </a:endParaRPr>
          </a:p>
        </p:txBody>
      </p:sp>
      <p:sp>
        <p:nvSpPr>
          <p:cNvPr id="13" name="Shape 11">
            <a:extLst>
              <a:ext uri="{FF2B5EF4-FFF2-40B4-BE49-F238E27FC236}">
                <a16:creationId xmlns:a16="http://schemas.microsoft.com/office/drawing/2014/main" id="{6BA3FB53-EFC0-F09A-1F61-ECBC5F9B6731}"/>
              </a:ext>
            </a:extLst>
          </p:cNvPr>
          <p:cNvSpPr/>
          <p:nvPr/>
        </p:nvSpPr>
        <p:spPr>
          <a:xfrm>
            <a:off x="6021216" y="1937221"/>
            <a:ext cx="2599283" cy="2283842"/>
          </a:xfrm>
          <a:prstGeom prst="roundRect">
            <a:avLst>
              <a:gd name="adj" fmla="val 4004"/>
            </a:avLst>
          </a:prstGeom>
          <a:solidFill>
            <a:srgbClr val="0C0A33"/>
          </a:solidFill>
          <a:ln w="19050">
            <a:solidFill>
              <a:srgbClr val="44426B"/>
            </a:solidFill>
            <a:prstDash val="solid"/>
          </a:ln>
        </p:spPr>
        <p:txBody>
          <a:bodyPr/>
          <a:lstStyle/>
          <a:p>
            <a:endParaRPr lang="en-IN" dirty="0"/>
          </a:p>
        </p:txBody>
      </p:sp>
      <p:sp>
        <p:nvSpPr>
          <p:cNvPr id="14" name="Shape 12">
            <a:extLst>
              <a:ext uri="{FF2B5EF4-FFF2-40B4-BE49-F238E27FC236}">
                <a16:creationId xmlns:a16="http://schemas.microsoft.com/office/drawing/2014/main" id="{6B82368C-F42E-84A4-9912-0229775AB0A6}"/>
              </a:ext>
            </a:extLst>
          </p:cNvPr>
          <p:cNvSpPr/>
          <p:nvPr/>
        </p:nvSpPr>
        <p:spPr>
          <a:xfrm>
            <a:off x="6002089" y="1937221"/>
            <a:ext cx="76200" cy="2283842"/>
          </a:xfrm>
          <a:prstGeom prst="roundRect">
            <a:avLst>
              <a:gd name="adj" fmla="val 29451"/>
            </a:avLst>
          </a:prstGeom>
          <a:solidFill>
            <a:srgbClr val="8061FF"/>
          </a:solidFill>
          <a:ln/>
        </p:spPr>
        <p:txBody>
          <a:bodyPr/>
          <a:lstStyle/>
          <a:p>
            <a:endParaRPr lang="en-IN"/>
          </a:p>
        </p:txBody>
      </p:sp>
      <p:sp>
        <p:nvSpPr>
          <p:cNvPr id="15" name="Text 13">
            <a:extLst>
              <a:ext uri="{FF2B5EF4-FFF2-40B4-BE49-F238E27FC236}">
                <a16:creationId xmlns:a16="http://schemas.microsoft.com/office/drawing/2014/main" id="{191F0ACF-CC07-F39A-D7B0-D71C537C331F}"/>
              </a:ext>
            </a:extLst>
          </p:cNvPr>
          <p:cNvSpPr/>
          <p:nvPr/>
        </p:nvSpPr>
        <p:spPr>
          <a:xfrm>
            <a:off x="6246912" y="2047503"/>
            <a:ext cx="2204889" cy="439936"/>
          </a:xfrm>
          <a:prstGeom prst="rect">
            <a:avLst/>
          </a:prstGeom>
          <a:noFill/>
          <a:ln/>
        </p:spPr>
        <p:txBody>
          <a:bodyPr wrap="square" lIns="0" tIns="0" rIns="0" bIns="0" rtlCol="0" anchor="t">
            <a:normAutofit fontScale="92500" lnSpcReduction="20000"/>
          </a:bodyPr>
          <a:lstStyle/>
          <a:p>
            <a:pPr>
              <a:lnSpc>
                <a:spcPct val="104000"/>
              </a:lnSpc>
            </a:pPr>
            <a:r>
              <a:rPr lang="en-IN" b="1" dirty="0">
                <a:solidFill>
                  <a:srgbClr val="DCE6F8"/>
                </a:solidFill>
              </a:rPr>
              <a:t>Affordable &amp; Accessible Learning</a:t>
            </a:r>
            <a:endParaRPr lang="en-US" sz="1350" dirty="0">
              <a:solidFill>
                <a:srgbClr val="DCE6F8"/>
              </a:solidFill>
            </a:endParaRPr>
          </a:p>
        </p:txBody>
      </p:sp>
      <p:sp>
        <p:nvSpPr>
          <p:cNvPr id="16" name="Text 14">
            <a:extLst>
              <a:ext uri="{FF2B5EF4-FFF2-40B4-BE49-F238E27FC236}">
                <a16:creationId xmlns:a16="http://schemas.microsoft.com/office/drawing/2014/main" id="{4A68BED2-DD24-59F3-8FE8-35ADC2087E41}"/>
              </a:ext>
            </a:extLst>
          </p:cNvPr>
          <p:cNvSpPr/>
          <p:nvPr/>
        </p:nvSpPr>
        <p:spPr>
          <a:xfrm>
            <a:off x="6246912" y="2597721"/>
            <a:ext cx="2470368" cy="1654538"/>
          </a:xfrm>
          <a:prstGeom prst="rect">
            <a:avLst/>
          </a:prstGeom>
          <a:noFill/>
          <a:ln/>
        </p:spPr>
        <p:txBody>
          <a:bodyPr wrap="square" lIns="0" tIns="0" rIns="0" bIns="0" rtlCol="0" anchor="t">
            <a:normAutofit fontScale="85000" lnSpcReduction="20000"/>
          </a:bodyPr>
          <a:lstStyle/>
          <a:p>
            <a:pPr>
              <a:lnSpc>
                <a:spcPct val="133000"/>
              </a:lnSpc>
            </a:pPr>
            <a:r>
              <a:rPr lang="en-IN" dirty="0">
                <a:solidFill>
                  <a:srgbClr val="DCE6F8"/>
                </a:solidFill>
              </a:rPr>
              <a:t>• Affordable learning</a:t>
            </a:r>
            <a:br>
              <a:rPr lang="en-IN" dirty="0">
                <a:solidFill>
                  <a:srgbClr val="DCE6F8"/>
                </a:solidFill>
              </a:rPr>
            </a:br>
            <a:r>
              <a:rPr lang="en-IN" dirty="0">
                <a:solidFill>
                  <a:srgbClr val="DCE6F8"/>
                </a:solidFill>
              </a:rPr>
              <a:t>• Accessible mock tests</a:t>
            </a:r>
            <a:br>
              <a:rPr lang="en-IN" dirty="0">
                <a:solidFill>
                  <a:srgbClr val="DCE6F8"/>
                </a:solidFill>
              </a:rPr>
            </a:br>
            <a:r>
              <a:rPr lang="en-IN" dirty="0">
                <a:solidFill>
                  <a:srgbClr val="DCE6F8"/>
                </a:solidFill>
              </a:rPr>
              <a:t>• Analytics and assessments</a:t>
            </a:r>
            <a:br>
              <a:rPr lang="en-IN" dirty="0">
                <a:solidFill>
                  <a:srgbClr val="DCE6F8"/>
                </a:solidFill>
              </a:rPr>
            </a:br>
            <a:r>
              <a:rPr lang="en-IN" dirty="0">
                <a:solidFill>
                  <a:srgbClr val="DCE6F8"/>
                </a:solidFill>
              </a:rPr>
              <a:t>• Career mentorship</a:t>
            </a:r>
            <a:br>
              <a:rPr lang="en-IN" dirty="0">
                <a:solidFill>
                  <a:srgbClr val="DCE6F8"/>
                </a:solidFill>
              </a:rPr>
            </a:br>
            <a:r>
              <a:rPr lang="en-IN" dirty="0">
                <a:solidFill>
                  <a:srgbClr val="DCE6F8"/>
                </a:solidFill>
              </a:rPr>
              <a:t>• Skill development opportunities</a:t>
            </a:r>
            <a:endParaRPr lang="en-IN" sz="2800" dirty="0">
              <a:solidFill>
                <a:srgbClr val="DCE6F8"/>
              </a:solidFill>
            </a:endParaRPr>
          </a:p>
        </p:txBody>
      </p:sp>
      <p:sp>
        <p:nvSpPr>
          <p:cNvPr id="17" name="Rectangle 16">
            <a:extLst>
              <a:ext uri="{FF2B5EF4-FFF2-40B4-BE49-F238E27FC236}">
                <a16:creationId xmlns:a16="http://schemas.microsoft.com/office/drawing/2014/main" id="{D3181204-13AE-C345-81C8-E0C5D735AE29}"/>
              </a:ext>
            </a:extLst>
          </p:cNvPr>
          <p:cNvSpPr/>
          <p:nvPr/>
        </p:nvSpPr>
        <p:spPr>
          <a:xfrm>
            <a:off x="8044815" y="4845129"/>
            <a:ext cx="1038225" cy="267891"/>
          </a:xfrm>
          <a:prstGeom prst="rect">
            <a:avLst/>
          </a:prstGeom>
          <a:solidFill>
            <a:srgbClr val="09122B"/>
          </a:solidFill>
          <a:ln>
            <a:solidFill>
              <a:srgbClr val="09122B"/>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34323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15464-EE4B-EC32-958C-D992419ADF1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CC951B7-BEA5-7D00-142D-738172D7286C}"/>
              </a:ext>
            </a:extLst>
          </p:cNvPr>
          <p:cNvSpPr/>
          <p:nvPr/>
        </p:nvSpPr>
        <p:spPr>
          <a:xfrm>
            <a:off x="331470" y="583406"/>
            <a:ext cx="5139690" cy="629617"/>
          </a:xfrm>
          <a:prstGeom prst="roundRect">
            <a:avLst>
              <a:gd name="adj" fmla="val 6177"/>
            </a:avLst>
          </a:prstGeom>
          <a:noFill/>
          <a:ln w="4763">
            <a:solidFill>
              <a:srgbClr val="8061FF"/>
            </a:solidFill>
            <a:prstDash val="solid"/>
          </a:ln>
        </p:spPr>
        <p:txBody>
          <a:bodyPr/>
          <a:lstStyle/>
          <a:p>
            <a:endParaRPr lang="en-IN"/>
          </a:p>
        </p:txBody>
      </p:sp>
      <p:sp>
        <p:nvSpPr>
          <p:cNvPr id="3" name="Text 1">
            <a:extLst>
              <a:ext uri="{FF2B5EF4-FFF2-40B4-BE49-F238E27FC236}">
                <a16:creationId xmlns:a16="http://schemas.microsoft.com/office/drawing/2014/main" id="{5A71DCF9-EA5D-DE0A-01C7-732238357835}"/>
              </a:ext>
            </a:extLst>
          </p:cNvPr>
          <p:cNvSpPr/>
          <p:nvPr/>
        </p:nvSpPr>
        <p:spPr>
          <a:xfrm>
            <a:off x="503224" y="722559"/>
            <a:ext cx="4796182" cy="351309"/>
          </a:xfrm>
          <a:prstGeom prst="rect">
            <a:avLst/>
          </a:prstGeom>
          <a:noFill/>
          <a:ln/>
        </p:spPr>
        <p:txBody>
          <a:bodyPr wrap="none" lIns="0" tIns="0" rIns="0" bIns="0" rtlCol="0" anchor="t"/>
          <a:lstStyle/>
          <a:p>
            <a:pPr marL="0" indent="0" algn="l">
              <a:lnSpc>
                <a:spcPct val="133000"/>
              </a:lnSpc>
              <a:buNone/>
            </a:pPr>
            <a:r>
              <a:rPr lang="en-US" b="1" dirty="0">
                <a:solidFill>
                  <a:srgbClr val="8061FF"/>
                </a:solidFill>
                <a:latin typeface="Arimo" pitchFamily="34" charset="0"/>
                <a:ea typeface="Arimo" pitchFamily="34" charset="-122"/>
                <a:cs typeface="Arimo" pitchFamily="34" charset="-120"/>
              </a:rPr>
              <a:t>WHY NEXGENU HAS STRONG POTENTIAL</a:t>
            </a:r>
            <a:endParaRPr lang="en-US" sz="1050" b="1" dirty="0"/>
          </a:p>
        </p:txBody>
      </p:sp>
      <p:sp>
        <p:nvSpPr>
          <p:cNvPr id="5" name="Shape 3">
            <a:extLst>
              <a:ext uri="{FF2B5EF4-FFF2-40B4-BE49-F238E27FC236}">
                <a16:creationId xmlns:a16="http://schemas.microsoft.com/office/drawing/2014/main" id="{51B8FE6C-8FE9-3B3B-8DDD-19726AAA8E77}"/>
              </a:ext>
            </a:extLst>
          </p:cNvPr>
          <p:cNvSpPr/>
          <p:nvPr/>
        </p:nvSpPr>
        <p:spPr>
          <a:xfrm>
            <a:off x="523577" y="1937221"/>
            <a:ext cx="2599209" cy="2283842"/>
          </a:xfrm>
          <a:prstGeom prst="roundRect">
            <a:avLst>
              <a:gd name="adj" fmla="val 4004"/>
            </a:avLst>
          </a:prstGeom>
          <a:solidFill>
            <a:srgbClr val="0C0A33"/>
          </a:solidFill>
          <a:ln w="19050">
            <a:solidFill>
              <a:srgbClr val="44426B"/>
            </a:solidFill>
            <a:prstDash val="solid"/>
          </a:ln>
        </p:spPr>
        <p:txBody>
          <a:bodyPr/>
          <a:lstStyle/>
          <a:p>
            <a:endParaRPr lang="en-IN"/>
          </a:p>
        </p:txBody>
      </p:sp>
      <p:sp>
        <p:nvSpPr>
          <p:cNvPr id="6" name="Shape 4">
            <a:extLst>
              <a:ext uri="{FF2B5EF4-FFF2-40B4-BE49-F238E27FC236}">
                <a16:creationId xmlns:a16="http://schemas.microsoft.com/office/drawing/2014/main" id="{7A830184-DFF2-9588-E43D-B14F0DE5FFB5}"/>
              </a:ext>
            </a:extLst>
          </p:cNvPr>
          <p:cNvSpPr/>
          <p:nvPr/>
        </p:nvSpPr>
        <p:spPr>
          <a:xfrm>
            <a:off x="504527" y="1937221"/>
            <a:ext cx="76200" cy="2283842"/>
          </a:xfrm>
          <a:prstGeom prst="roundRect">
            <a:avLst>
              <a:gd name="adj" fmla="val 29451"/>
            </a:avLst>
          </a:prstGeom>
          <a:solidFill>
            <a:srgbClr val="8061FF"/>
          </a:solidFill>
          <a:ln/>
        </p:spPr>
        <p:txBody>
          <a:bodyPr/>
          <a:lstStyle/>
          <a:p>
            <a:endParaRPr lang="en-IN"/>
          </a:p>
        </p:txBody>
      </p:sp>
      <p:sp>
        <p:nvSpPr>
          <p:cNvPr id="7" name="Text 5">
            <a:extLst>
              <a:ext uri="{FF2B5EF4-FFF2-40B4-BE49-F238E27FC236}">
                <a16:creationId xmlns:a16="http://schemas.microsoft.com/office/drawing/2014/main" id="{C7DC4255-7A6B-845D-788A-7D786F0FDF7A}"/>
              </a:ext>
            </a:extLst>
          </p:cNvPr>
          <p:cNvSpPr/>
          <p:nvPr/>
        </p:nvSpPr>
        <p:spPr>
          <a:xfrm>
            <a:off x="843186" y="2102346"/>
            <a:ext cx="2204814" cy="439936"/>
          </a:xfrm>
          <a:prstGeom prst="rect">
            <a:avLst/>
          </a:prstGeom>
          <a:noFill/>
          <a:ln/>
        </p:spPr>
        <p:txBody>
          <a:bodyPr wrap="square" lIns="0" tIns="0" rIns="0" bIns="0" rtlCol="0" anchor="t">
            <a:normAutofit/>
          </a:bodyPr>
          <a:lstStyle/>
          <a:p>
            <a:pPr>
              <a:lnSpc>
                <a:spcPct val="104000"/>
              </a:lnSpc>
            </a:pPr>
            <a:r>
              <a:rPr lang="en-IN" b="1" dirty="0">
                <a:solidFill>
                  <a:srgbClr val="DCE6F8"/>
                </a:solidFill>
              </a:rPr>
              <a:t>Skill-First, Not Marks </a:t>
            </a:r>
            <a:endParaRPr lang="en-US" sz="1400" b="1" dirty="0">
              <a:solidFill>
                <a:srgbClr val="DCE6F8"/>
              </a:solidFill>
            </a:endParaRPr>
          </a:p>
        </p:txBody>
      </p:sp>
      <p:sp>
        <p:nvSpPr>
          <p:cNvPr id="8" name="Text 6">
            <a:extLst>
              <a:ext uri="{FF2B5EF4-FFF2-40B4-BE49-F238E27FC236}">
                <a16:creationId xmlns:a16="http://schemas.microsoft.com/office/drawing/2014/main" id="{EA0BA32C-3AE5-16DA-3458-94007F9BBCC3}"/>
              </a:ext>
            </a:extLst>
          </p:cNvPr>
          <p:cNvSpPr/>
          <p:nvPr/>
        </p:nvSpPr>
        <p:spPr>
          <a:xfrm>
            <a:off x="843186" y="2740418"/>
            <a:ext cx="2392486" cy="1494390"/>
          </a:xfrm>
          <a:prstGeom prst="rect">
            <a:avLst/>
          </a:prstGeom>
          <a:noFill/>
          <a:ln/>
        </p:spPr>
        <p:txBody>
          <a:bodyPr wrap="square" lIns="0" tIns="0" rIns="0" bIns="0" rtlCol="0" anchor="t">
            <a:normAutofit/>
          </a:bodyPr>
          <a:lstStyle/>
          <a:p>
            <a:r>
              <a:rPr lang="en-IN" dirty="0">
                <a:solidFill>
                  <a:srgbClr val="DCE6F8"/>
                </a:solidFill>
              </a:rPr>
              <a:t>• Skills</a:t>
            </a:r>
            <a:br>
              <a:rPr lang="en-IN" dirty="0">
                <a:solidFill>
                  <a:srgbClr val="DCE6F8"/>
                </a:solidFill>
              </a:rPr>
            </a:br>
            <a:r>
              <a:rPr lang="en-IN" dirty="0">
                <a:solidFill>
                  <a:srgbClr val="DCE6F8"/>
                </a:solidFill>
              </a:rPr>
              <a:t>• Projects</a:t>
            </a:r>
            <a:br>
              <a:rPr lang="en-IN" dirty="0">
                <a:solidFill>
                  <a:srgbClr val="DCE6F8"/>
                </a:solidFill>
              </a:rPr>
            </a:br>
            <a:r>
              <a:rPr lang="en-IN" dirty="0">
                <a:solidFill>
                  <a:srgbClr val="DCE6F8"/>
                </a:solidFill>
              </a:rPr>
              <a:t>• Execution</a:t>
            </a:r>
            <a:br>
              <a:rPr lang="en-IN" dirty="0">
                <a:solidFill>
                  <a:srgbClr val="DCE6F8"/>
                </a:solidFill>
              </a:rPr>
            </a:br>
            <a:r>
              <a:rPr lang="en-IN" dirty="0">
                <a:solidFill>
                  <a:srgbClr val="DCE6F8"/>
                </a:solidFill>
              </a:rPr>
              <a:t>• Practical ability</a:t>
            </a:r>
            <a:endParaRPr lang="en-IN" sz="1600" dirty="0">
              <a:solidFill>
                <a:srgbClr val="DCE6F8"/>
              </a:solidFill>
            </a:endParaRPr>
          </a:p>
        </p:txBody>
      </p:sp>
      <p:sp>
        <p:nvSpPr>
          <p:cNvPr id="9" name="Shape 7">
            <a:extLst>
              <a:ext uri="{FF2B5EF4-FFF2-40B4-BE49-F238E27FC236}">
                <a16:creationId xmlns:a16="http://schemas.microsoft.com/office/drawing/2014/main" id="{A5B90936-8386-3EFA-D522-A69CCE6BDAC4}"/>
              </a:ext>
            </a:extLst>
          </p:cNvPr>
          <p:cNvSpPr/>
          <p:nvPr/>
        </p:nvSpPr>
        <p:spPr>
          <a:xfrm>
            <a:off x="3272358" y="1937221"/>
            <a:ext cx="2599209" cy="2283842"/>
          </a:xfrm>
          <a:prstGeom prst="roundRect">
            <a:avLst>
              <a:gd name="adj" fmla="val 4004"/>
            </a:avLst>
          </a:prstGeom>
          <a:solidFill>
            <a:srgbClr val="0C0A33"/>
          </a:solidFill>
          <a:ln w="19050">
            <a:solidFill>
              <a:srgbClr val="44426B"/>
            </a:solidFill>
            <a:prstDash val="solid"/>
          </a:ln>
        </p:spPr>
        <p:txBody>
          <a:bodyPr/>
          <a:lstStyle/>
          <a:p>
            <a:endParaRPr lang="en-IN"/>
          </a:p>
        </p:txBody>
      </p:sp>
      <p:sp>
        <p:nvSpPr>
          <p:cNvPr id="10" name="Shape 8">
            <a:extLst>
              <a:ext uri="{FF2B5EF4-FFF2-40B4-BE49-F238E27FC236}">
                <a16:creationId xmlns:a16="http://schemas.microsoft.com/office/drawing/2014/main" id="{F002189E-8624-0652-59AF-133CADFD3030}"/>
              </a:ext>
            </a:extLst>
          </p:cNvPr>
          <p:cNvSpPr/>
          <p:nvPr/>
        </p:nvSpPr>
        <p:spPr>
          <a:xfrm>
            <a:off x="3253308" y="1937221"/>
            <a:ext cx="76200" cy="2283842"/>
          </a:xfrm>
          <a:prstGeom prst="roundRect">
            <a:avLst>
              <a:gd name="adj" fmla="val 29451"/>
            </a:avLst>
          </a:prstGeom>
          <a:solidFill>
            <a:srgbClr val="8061FF"/>
          </a:solidFill>
          <a:ln/>
        </p:spPr>
        <p:txBody>
          <a:bodyPr/>
          <a:lstStyle/>
          <a:p>
            <a:endParaRPr lang="en-IN"/>
          </a:p>
        </p:txBody>
      </p:sp>
      <p:sp>
        <p:nvSpPr>
          <p:cNvPr id="11" name="Text 9">
            <a:extLst>
              <a:ext uri="{FF2B5EF4-FFF2-40B4-BE49-F238E27FC236}">
                <a16:creationId xmlns:a16="http://schemas.microsoft.com/office/drawing/2014/main" id="{A391F020-0B37-75A4-0767-6035FF20D52B}"/>
              </a:ext>
            </a:extLst>
          </p:cNvPr>
          <p:cNvSpPr/>
          <p:nvPr/>
        </p:nvSpPr>
        <p:spPr>
          <a:xfrm>
            <a:off x="3498131" y="2087200"/>
            <a:ext cx="2204814" cy="439936"/>
          </a:xfrm>
          <a:prstGeom prst="rect">
            <a:avLst/>
          </a:prstGeom>
          <a:noFill/>
          <a:ln/>
        </p:spPr>
        <p:txBody>
          <a:bodyPr wrap="square" lIns="0" tIns="0" rIns="0" bIns="0" rtlCol="0" anchor="t">
            <a:normAutofit/>
          </a:bodyPr>
          <a:lstStyle/>
          <a:p>
            <a:pPr>
              <a:lnSpc>
                <a:spcPct val="104000"/>
              </a:lnSpc>
            </a:pPr>
            <a:r>
              <a:rPr lang="en-IN" b="1" dirty="0">
                <a:solidFill>
                  <a:srgbClr val="DCE6F8"/>
                </a:solidFill>
              </a:rPr>
              <a:t>Starts From 1st Year</a:t>
            </a:r>
            <a:endParaRPr lang="en-US" sz="1350" dirty="0">
              <a:solidFill>
                <a:srgbClr val="DCE6F8"/>
              </a:solidFill>
            </a:endParaRPr>
          </a:p>
        </p:txBody>
      </p:sp>
      <p:sp>
        <p:nvSpPr>
          <p:cNvPr id="12" name="Text 10">
            <a:extLst>
              <a:ext uri="{FF2B5EF4-FFF2-40B4-BE49-F238E27FC236}">
                <a16:creationId xmlns:a16="http://schemas.microsoft.com/office/drawing/2014/main" id="{FE8038D4-D77B-A030-E9E8-7BCEB98FA996}"/>
              </a:ext>
            </a:extLst>
          </p:cNvPr>
          <p:cNvSpPr/>
          <p:nvPr/>
        </p:nvSpPr>
        <p:spPr>
          <a:xfrm>
            <a:off x="3435737" y="2487439"/>
            <a:ext cx="2501091" cy="1654538"/>
          </a:xfrm>
          <a:prstGeom prst="rect">
            <a:avLst/>
          </a:prstGeom>
          <a:noFill/>
          <a:ln/>
        </p:spPr>
        <p:txBody>
          <a:bodyPr wrap="square" lIns="0" tIns="0" rIns="0" bIns="0" rtlCol="0" anchor="t">
            <a:normAutofit fontScale="92500"/>
          </a:bodyPr>
          <a:lstStyle/>
          <a:p>
            <a:r>
              <a:rPr lang="en-IN" sz="1600" dirty="0">
                <a:solidFill>
                  <a:srgbClr val="DCE6F8"/>
                </a:solidFill>
              </a:rPr>
              <a:t>plans to guide students from:</a:t>
            </a:r>
          </a:p>
          <a:p>
            <a:r>
              <a:rPr lang="en-IN" sz="1600" dirty="0">
                <a:solidFill>
                  <a:srgbClr val="DCE6F8"/>
                </a:solidFill>
              </a:rPr>
              <a:t>through structured career roadmaps.</a:t>
            </a:r>
          </a:p>
          <a:p>
            <a:br>
              <a:rPr lang="en-IN" sz="1600" dirty="0">
                <a:solidFill>
                  <a:srgbClr val="DCE6F8"/>
                </a:solidFill>
              </a:rPr>
            </a:br>
            <a:r>
              <a:rPr lang="en-IN" sz="1600" dirty="0">
                <a:solidFill>
                  <a:srgbClr val="DCE6F8"/>
                </a:solidFill>
              </a:rPr>
              <a:t>• Better long-term preparation</a:t>
            </a:r>
            <a:br>
              <a:rPr lang="en-IN" sz="1600" dirty="0">
                <a:solidFill>
                  <a:srgbClr val="DCE6F8"/>
                </a:solidFill>
              </a:rPr>
            </a:br>
            <a:r>
              <a:rPr lang="en-IN" sz="1600" dirty="0">
                <a:solidFill>
                  <a:srgbClr val="DCE6F8"/>
                </a:solidFill>
              </a:rPr>
              <a:t>• Stronger portfolios</a:t>
            </a:r>
            <a:br>
              <a:rPr lang="en-IN" sz="1600" dirty="0">
                <a:solidFill>
                  <a:srgbClr val="DCE6F8"/>
                </a:solidFill>
              </a:rPr>
            </a:br>
            <a:r>
              <a:rPr lang="en-IN" sz="1600" dirty="0">
                <a:solidFill>
                  <a:srgbClr val="DCE6F8"/>
                </a:solidFill>
              </a:rPr>
              <a:t>• Consistent skill growth</a:t>
            </a:r>
            <a:endParaRPr lang="en-IN" sz="1100" dirty="0">
              <a:solidFill>
                <a:srgbClr val="DCE6F8"/>
              </a:solidFill>
            </a:endParaRPr>
          </a:p>
        </p:txBody>
      </p:sp>
      <p:sp>
        <p:nvSpPr>
          <p:cNvPr id="13" name="Shape 11">
            <a:extLst>
              <a:ext uri="{FF2B5EF4-FFF2-40B4-BE49-F238E27FC236}">
                <a16:creationId xmlns:a16="http://schemas.microsoft.com/office/drawing/2014/main" id="{1EE20D01-9729-1983-C414-77188279374B}"/>
              </a:ext>
            </a:extLst>
          </p:cNvPr>
          <p:cNvSpPr/>
          <p:nvPr/>
        </p:nvSpPr>
        <p:spPr>
          <a:xfrm>
            <a:off x="6021216" y="1937221"/>
            <a:ext cx="2599283" cy="2283842"/>
          </a:xfrm>
          <a:prstGeom prst="roundRect">
            <a:avLst>
              <a:gd name="adj" fmla="val 4004"/>
            </a:avLst>
          </a:prstGeom>
          <a:solidFill>
            <a:srgbClr val="0C0A33"/>
          </a:solidFill>
          <a:ln w="19050">
            <a:solidFill>
              <a:srgbClr val="44426B"/>
            </a:solidFill>
            <a:prstDash val="solid"/>
          </a:ln>
        </p:spPr>
        <p:txBody>
          <a:bodyPr/>
          <a:lstStyle/>
          <a:p>
            <a:endParaRPr lang="en-IN" dirty="0"/>
          </a:p>
        </p:txBody>
      </p:sp>
      <p:sp>
        <p:nvSpPr>
          <p:cNvPr id="14" name="Shape 12">
            <a:extLst>
              <a:ext uri="{FF2B5EF4-FFF2-40B4-BE49-F238E27FC236}">
                <a16:creationId xmlns:a16="http://schemas.microsoft.com/office/drawing/2014/main" id="{0F811519-5F0E-7D85-19C6-AC6BAEDE5721}"/>
              </a:ext>
            </a:extLst>
          </p:cNvPr>
          <p:cNvSpPr/>
          <p:nvPr/>
        </p:nvSpPr>
        <p:spPr>
          <a:xfrm>
            <a:off x="6002089" y="1937221"/>
            <a:ext cx="76200" cy="2283842"/>
          </a:xfrm>
          <a:prstGeom prst="roundRect">
            <a:avLst>
              <a:gd name="adj" fmla="val 29451"/>
            </a:avLst>
          </a:prstGeom>
          <a:solidFill>
            <a:srgbClr val="8061FF"/>
          </a:solidFill>
          <a:ln/>
        </p:spPr>
        <p:txBody>
          <a:bodyPr/>
          <a:lstStyle/>
          <a:p>
            <a:endParaRPr lang="en-IN"/>
          </a:p>
        </p:txBody>
      </p:sp>
      <p:sp>
        <p:nvSpPr>
          <p:cNvPr id="15" name="Text 13">
            <a:extLst>
              <a:ext uri="{FF2B5EF4-FFF2-40B4-BE49-F238E27FC236}">
                <a16:creationId xmlns:a16="http://schemas.microsoft.com/office/drawing/2014/main" id="{B908D731-8D6E-53E6-E5B2-01B2EC445401}"/>
              </a:ext>
            </a:extLst>
          </p:cNvPr>
          <p:cNvSpPr/>
          <p:nvPr/>
        </p:nvSpPr>
        <p:spPr>
          <a:xfrm>
            <a:off x="6246912" y="2047503"/>
            <a:ext cx="2204889" cy="439936"/>
          </a:xfrm>
          <a:prstGeom prst="rect">
            <a:avLst/>
          </a:prstGeom>
          <a:noFill/>
          <a:ln/>
        </p:spPr>
        <p:txBody>
          <a:bodyPr wrap="square" lIns="0" tIns="0" rIns="0" bIns="0" rtlCol="0" anchor="t">
            <a:normAutofit fontScale="92500" lnSpcReduction="20000"/>
          </a:bodyPr>
          <a:lstStyle/>
          <a:p>
            <a:pPr>
              <a:lnSpc>
                <a:spcPct val="104000"/>
              </a:lnSpc>
            </a:pPr>
            <a:r>
              <a:rPr lang="en-IN" b="1" dirty="0">
                <a:solidFill>
                  <a:srgbClr val="DCE6F8"/>
                </a:solidFill>
              </a:rPr>
              <a:t>Real-World Projects Instead of Only Courses</a:t>
            </a:r>
            <a:endParaRPr lang="en-US" sz="1350" dirty="0">
              <a:solidFill>
                <a:srgbClr val="DCE6F8"/>
              </a:solidFill>
            </a:endParaRPr>
          </a:p>
        </p:txBody>
      </p:sp>
      <p:sp>
        <p:nvSpPr>
          <p:cNvPr id="16" name="Text 14">
            <a:extLst>
              <a:ext uri="{FF2B5EF4-FFF2-40B4-BE49-F238E27FC236}">
                <a16:creationId xmlns:a16="http://schemas.microsoft.com/office/drawing/2014/main" id="{6653546D-9027-9C54-6B45-447ADF113B00}"/>
              </a:ext>
            </a:extLst>
          </p:cNvPr>
          <p:cNvSpPr/>
          <p:nvPr/>
        </p:nvSpPr>
        <p:spPr>
          <a:xfrm>
            <a:off x="6246912" y="2597721"/>
            <a:ext cx="2495923" cy="1882839"/>
          </a:xfrm>
          <a:prstGeom prst="rect">
            <a:avLst/>
          </a:prstGeom>
          <a:noFill/>
          <a:ln/>
        </p:spPr>
        <p:txBody>
          <a:bodyPr wrap="square" lIns="0" tIns="0" rIns="0" bIns="0" rtlCol="0" anchor="t">
            <a:normAutofit/>
          </a:bodyPr>
          <a:lstStyle/>
          <a:p>
            <a:r>
              <a:rPr lang="en-IN" sz="1400" dirty="0">
                <a:solidFill>
                  <a:srgbClr val="DCE6F8"/>
                </a:solidFill>
              </a:rPr>
              <a:t>• Live projects</a:t>
            </a:r>
            <a:br>
              <a:rPr lang="en-IN" sz="1400" dirty="0">
                <a:solidFill>
                  <a:srgbClr val="DCE6F8"/>
                </a:solidFill>
              </a:rPr>
            </a:br>
            <a:r>
              <a:rPr lang="en-IN" sz="1400" dirty="0">
                <a:solidFill>
                  <a:srgbClr val="DCE6F8"/>
                </a:solidFill>
              </a:rPr>
              <a:t>• Startup projects</a:t>
            </a:r>
            <a:br>
              <a:rPr lang="en-IN" sz="1400" dirty="0">
                <a:solidFill>
                  <a:srgbClr val="DCE6F8"/>
                </a:solidFill>
              </a:rPr>
            </a:br>
            <a:r>
              <a:rPr lang="en-IN" sz="1400" dirty="0">
                <a:solidFill>
                  <a:srgbClr val="DCE6F8"/>
                </a:solidFill>
              </a:rPr>
              <a:t>• MNC-level workflows</a:t>
            </a:r>
            <a:br>
              <a:rPr lang="en-IN" sz="1400" dirty="0">
                <a:solidFill>
                  <a:srgbClr val="DCE6F8"/>
                </a:solidFill>
              </a:rPr>
            </a:br>
            <a:r>
              <a:rPr lang="en-IN" sz="1400" dirty="0">
                <a:solidFill>
                  <a:srgbClr val="DCE6F8"/>
                </a:solidFill>
              </a:rPr>
              <a:t>• Team collaboration</a:t>
            </a:r>
            <a:br>
              <a:rPr lang="en-IN" sz="1400" dirty="0">
                <a:solidFill>
                  <a:srgbClr val="DCE6F8"/>
                </a:solidFill>
              </a:rPr>
            </a:br>
            <a:r>
              <a:rPr lang="en-IN" sz="1400" dirty="0">
                <a:solidFill>
                  <a:srgbClr val="DCE6F8"/>
                </a:solidFill>
              </a:rPr>
              <a:t>• Hackathons</a:t>
            </a:r>
            <a:br>
              <a:rPr lang="en-IN" sz="1400" dirty="0">
                <a:solidFill>
                  <a:srgbClr val="DCE6F8"/>
                </a:solidFill>
              </a:rPr>
            </a:br>
            <a:r>
              <a:rPr lang="en-IN" sz="1400" dirty="0">
                <a:solidFill>
                  <a:srgbClr val="DCE6F8"/>
                </a:solidFill>
              </a:rPr>
              <a:t>• Real implementation</a:t>
            </a:r>
          </a:p>
          <a:p>
            <a:r>
              <a:rPr lang="en-IN" sz="1400" dirty="0">
                <a:solidFill>
                  <a:srgbClr val="DCE6F8"/>
                </a:solidFill>
              </a:rPr>
              <a:t> experience</a:t>
            </a:r>
            <a:endParaRPr lang="en-IN" dirty="0">
              <a:solidFill>
                <a:srgbClr val="DCE6F8"/>
              </a:solidFill>
            </a:endParaRPr>
          </a:p>
          <a:p>
            <a:endParaRPr lang="en-IN" dirty="0">
              <a:solidFill>
                <a:srgbClr val="DCE6F8"/>
              </a:solidFill>
            </a:endParaRPr>
          </a:p>
        </p:txBody>
      </p:sp>
      <p:sp>
        <p:nvSpPr>
          <p:cNvPr id="17" name="Rectangle 16">
            <a:extLst>
              <a:ext uri="{FF2B5EF4-FFF2-40B4-BE49-F238E27FC236}">
                <a16:creationId xmlns:a16="http://schemas.microsoft.com/office/drawing/2014/main" id="{68B282A1-860B-1EDF-78C0-BC9932A11DF7}"/>
              </a:ext>
            </a:extLst>
          </p:cNvPr>
          <p:cNvSpPr/>
          <p:nvPr/>
        </p:nvSpPr>
        <p:spPr>
          <a:xfrm>
            <a:off x="8044815" y="4845129"/>
            <a:ext cx="1038225" cy="267891"/>
          </a:xfrm>
          <a:prstGeom prst="rect">
            <a:avLst/>
          </a:prstGeom>
          <a:solidFill>
            <a:srgbClr val="09122B"/>
          </a:solidFill>
          <a:ln>
            <a:solidFill>
              <a:srgbClr val="09122B"/>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13309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DABC9-31E2-3735-DB4D-55BBB14C4F3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00C037C-7DD6-7258-3845-63433604087E}"/>
              </a:ext>
            </a:extLst>
          </p:cNvPr>
          <p:cNvSpPr/>
          <p:nvPr/>
        </p:nvSpPr>
        <p:spPr>
          <a:xfrm>
            <a:off x="331470" y="583406"/>
            <a:ext cx="5139690" cy="629617"/>
          </a:xfrm>
          <a:prstGeom prst="roundRect">
            <a:avLst>
              <a:gd name="adj" fmla="val 6177"/>
            </a:avLst>
          </a:prstGeom>
          <a:noFill/>
          <a:ln w="4763">
            <a:solidFill>
              <a:srgbClr val="8061FF"/>
            </a:solidFill>
            <a:prstDash val="solid"/>
          </a:ln>
        </p:spPr>
        <p:txBody>
          <a:bodyPr/>
          <a:lstStyle/>
          <a:p>
            <a:endParaRPr lang="en-IN"/>
          </a:p>
        </p:txBody>
      </p:sp>
      <p:sp>
        <p:nvSpPr>
          <p:cNvPr id="3" name="Text 1">
            <a:extLst>
              <a:ext uri="{FF2B5EF4-FFF2-40B4-BE49-F238E27FC236}">
                <a16:creationId xmlns:a16="http://schemas.microsoft.com/office/drawing/2014/main" id="{901BB768-EA0E-6DB0-813A-77B89AFA7643}"/>
              </a:ext>
            </a:extLst>
          </p:cNvPr>
          <p:cNvSpPr/>
          <p:nvPr/>
        </p:nvSpPr>
        <p:spPr>
          <a:xfrm>
            <a:off x="503224" y="722559"/>
            <a:ext cx="4796182" cy="351309"/>
          </a:xfrm>
          <a:prstGeom prst="rect">
            <a:avLst/>
          </a:prstGeom>
          <a:noFill/>
          <a:ln/>
        </p:spPr>
        <p:txBody>
          <a:bodyPr wrap="none" lIns="0" tIns="0" rIns="0" bIns="0" rtlCol="0" anchor="t"/>
          <a:lstStyle/>
          <a:p>
            <a:pPr marL="0" indent="0" algn="l">
              <a:lnSpc>
                <a:spcPct val="133000"/>
              </a:lnSpc>
              <a:buNone/>
            </a:pPr>
            <a:r>
              <a:rPr lang="en-US" b="1" dirty="0">
                <a:solidFill>
                  <a:srgbClr val="8061FF"/>
                </a:solidFill>
                <a:latin typeface="Arimo" pitchFamily="34" charset="0"/>
                <a:ea typeface="Arimo" pitchFamily="34" charset="-122"/>
                <a:cs typeface="Arimo" pitchFamily="34" charset="-120"/>
              </a:rPr>
              <a:t>WHY NEXGENU HAS STRONG POTENTIAL</a:t>
            </a:r>
            <a:endParaRPr lang="en-US" sz="1050" b="1" dirty="0"/>
          </a:p>
        </p:txBody>
      </p:sp>
      <p:sp>
        <p:nvSpPr>
          <p:cNvPr id="5" name="Shape 3">
            <a:extLst>
              <a:ext uri="{FF2B5EF4-FFF2-40B4-BE49-F238E27FC236}">
                <a16:creationId xmlns:a16="http://schemas.microsoft.com/office/drawing/2014/main" id="{958B74D5-C17E-EB08-9CBE-C1D20487B8C1}"/>
              </a:ext>
            </a:extLst>
          </p:cNvPr>
          <p:cNvSpPr/>
          <p:nvPr/>
        </p:nvSpPr>
        <p:spPr>
          <a:xfrm>
            <a:off x="523577" y="1937220"/>
            <a:ext cx="2599209" cy="2817660"/>
          </a:xfrm>
          <a:prstGeom prst="roundRect">
            <a:avLst>
              <a:gd name="adj" fmla="val 4004"/>
            </a:avLst>
          </a:prstGeom>
          <a:solidFill>
            <a:srgbClr val="0C0A33"/>
          </a:solidFill>
          <a:ln w="19050">
            <a:solidFill>
              <a:srgbClr val="44426B"/>
            </a:solidFill>
            <a:prstDash val="solid"/>
          </a:ln>
        </p:spPr>
        <p:txBody>
          <a:bodyPr/>
          <a:lstStyle/>
          <a:p>
            <a:endParaRPr lang="en-IN"/>
          </a:p>
        </p:txBody>
      </p:sp>
      <p:sp>
        <p:nvSpPr>
          <p:cNvPr id="6" name="Shape 4">
            <a:extLst>
              <a:ext uri="{FF2B5EF4-FFF2-40B4-BE49-F238E27FC236}">
                <a16:creationId xmlns:a16="http://schemas.microsoft.com/office/drawing/2014/main" id="{8BD42DBC-B117-1EF1-89D5-E2B74C4C52BC}"/>
              </a:ext>
            </a:extLst>
          </p:cNvPr>
          <p:cNvSpPr/>
          <p:nvPr/>
        </p:nvSpPr>
        <p:spPr>
          <a:xfrm>
            <a:off x="516881" y="2307168"/>
            <a:ext cx="76200" cy="2283842"/>
          </a:xfrm>
          <a:prstGeom prst="roundRect">
            <a:avLst>
              <a:gd name="adj" fmla="val 29451"/>
            </a:avLst>
          </a:prstGeom>
          <a:solidFill>
            <a:srgbClr val="8061FF"/>
          </a:solidFill>
          <a:ln/>
        </p:spPr>
        <p:txBody>
          <a:bodyPr/>
          <a:lstStyle/>
          <a:p>
            <a:endParaRPr lang="en-IN"/>
          </a:p>
        </p:txBody>
      </p:sp>
      <p:sp>
        <p:nvSpPr>
          <p:cNvPr id="7" name="Text 5">
            <a:extLst>
              <a:ext uri="{FF2B5EF4-FFF2-40B4-BE49-F238E27FC236}">
                <a16:creationId xmlns:a16="http://schemas.microsoft.com/office/drawing/2014/main" id="{73169604-6592-1E02-A227-92A28DCA0B87}"/>
              </a:ext>
            </a:extLst>
          </p:cNvPr>
          <p:cNvSpPr/>
          <p:nvPr/>
        </p:nvSpPr>
        <p:spPr>
          <a:xfrm>
            <a:off x="749350" y="2102346"/>
            <a:ext cx="2298650" cy="439936"/>
          </a:xfrm>
          <a:prstGeom prst="rect">
            <a:avLst/>
          </a:prstGeom>
          <a:noFill/>
          <a:ln/>
        </p:spPr>
        <p:txBody>
          <a:bodyPr wrap="square" lIns="0" tIns="0" rIns="0" bIns="0" rtlCol="0" anchor="t">
            <a:normAutofit/>
          </a:bodyPr>
          <a:lstStyle/>
          <a:p>
            <a:pPr>
              <a:lnSpc>
                <a:spcPct val="104000"/>
              </a:lnSpc>
            </a:pPr>
            <a:r>
              <a:rPr lang="en-IN" sz="2000" b="1" dirty="0">
                <a:solidFill>
                  <a:srgbClr val="DCE6F8"/>
                </a:solidFill>
              </a:rPr>
              <a:t>Affordable Ecosystem </a:t>
            </a:r>
            <a:endParaRPr lang="en-US" sz="1600" b="1" dirty="0">
              <a:solidFill>
                <a:srgbClr val="DCE6F8"/>
              </a:solidFill>
            </a:endParaRPr>
          </a:p>
        </p:txBody>
      </p:sp>
      <p:sp>
        <p:nvSpPr>
          <p:cNvPr id="8" name="Text 6">
            <a:extLst>
              <a:ext uri="{FF2B5EF4-FFF2-40B4-BE49-F238E27FC236}">
                <a16:creationId xmlns:a16="http://schemas.microsoft.com/office/drawing/2014/main" id="{F86EE4B1-F733-A0E6-CB2B-67ECCB70D2E9}"/>
              </a:ext>
            </a:extLst>
          </p:cNvPr>
          <p:cNvSpPr/>
          <p:nvPr/>
        </p:nvSpPr>
        <p:spPr>
          <a:xfrm>
            <a:off x="667905" y="2682689"/>
            <a:ext cx="2454880" cy="1788467"/>
          </a:xfrm>
          <a:prstGeom prst="rect">
            <a:avLst/>
          </a:prstGeom>
          <a:noFill/>
          <a:ln/>
        </p:spPr>
        <p:txBody>
          <a:bodyPr wrap="square" lIns="0" tIns="0" rIns="0" bIns="0" rtlCol="0" anchor="t">
            <a:normAutofit/>
          </a:bodyPr>
          <a:lstStyle/>
          <a:p>
            <a:r>
              <a:rPr lang="en-IN" dirty="0">
                <a:solidFill>
                  <a:srgbClr val="DCE6F8"/>
                </a:solidFill>
              </a:rPr>
              <a:t>• Low-cost learning</a:t>
            </a:r>
            <a:br>
              <a:rPr lang="en-IN" dirty="0">
                <a:solidFill>
                  <a:srgbClr val="DCE6F8"/>
                </a:solidFill>
              </a:rPr>
            </a:br>
            <a:r>
              <a:rPr lang="en-IN" dirty="0">
                <a:solidFill>
                  <a:srgbClr val="DCE6F8"/>
                </a:solidFill>
              </a:rPr>
              <a:t>• Affordable subscriptions</a:t>
            </a:r>
            <a:br>
              <a:rPr lang="en-IN" dirty="0">
                <a:solidFill>
                  <a:srgbClr val="DCE6F8"/>
                </a:solidFill>
              </a:rPr>
            </a:br>
            <a:r>
              <a:rPr lang="en-IN" dirty="0">
                <a:solidFill>
                  <a:srgbClr val="DCE6F8"/>
                </a:solidFill>
              </a:rPr>
              <a:t>• Accessible mock tests</a:t>
            </a:r>
            <a:br>
              <a:rPr lang="en-IN" dirty="0">
                <a:solidFill>
                  <a:srgbClr val="DCE6F8"/>
                </a:solidFill>
              </a:rPr>
            </a:br>
            <a:r>
              <a:rPr lang="en-IN" dirty="0">
                <a:solidFill>
                  <a:srgbClr val="DCE6F8"/>
                </a:solidFill>
              </a:rPr>
              <a:t>• Career-focused value</a:t>
            </a:r>
            <a:endParaRPr lang="en-IN" sz="1600" dirty="0">
              <a:solidFill>
                <a:srgbClr val="DCE6F8"/>
              </a:solidFill>
            </a:endParaRPr>
          </a:p>
        </p:txBody>
      </p:sp>
      <p:sp>
        <p:nvSpPr>
          <p:cNvPr id="9" name="Shape 7">
            <a:extLst>
              <a:ext uri="{FF2B5EF4-FFF2-40B4-BE49-F238E27FC236}">
                <a16:creationId xmlns:a16="http://schemas.microsoft.com/office/drawing/2014/main" id="{77DFE112-9F23-EA06-53F2-9CCE28AC42E3}"/>
              </a:ext>
            </a:extLst>
          </p:cNvPr>
          <p:cNvSpPr/>
          <p:nvPr/>
        </p:nvSpPr>
        <p:spPr>
          <a:xfrm>
            <a:off x="3272358" y="1937220"/>
            <a:ext cx="2599209" cy="2817659"/>
          </a:xfrm>
          <a:prstGeom prst="roundRect">
            <a:avLst>
              <a:gd name="adj" fmla="val 4004"/>
            </a:avLst>
          </a:prstGeom>
          <a:solidFill>
            <a:srgbClr val="0C0A33"/>
          </a:solidFill>
          <a:ln w="19050">
            <a:solidFill>
              <a:srgbClr val="44426B"/>
            </a:solidFill>
            <a:prstDash val="solid"/>
          </a:ln>
        </p:spPr>
        <p:txBody>
          <a:bodyPr/>
          <a:lstStyle/>
          <a:p>
            <a:endParaRPr lang="en-IN"/>
          </a:p>
        </p:txBody>
      </p:sp>
      <p:sp>
        <p:nvSpPr>
          <p:cNvPr id="10" name="Shape 8">
            <a:extLst>
              <a:ext uri="{FF2B5EF4-FFF2-40B4-BE49-F238E27FC236}">
                <a16:creationId xmlns:a16="http://schemas.microsoft.com/office/drawing/2014/main" id="{91E829D6-1F97-3A66-B537-2660FD010727}"/>
              </a:ext>
            </a:extLst>
          </p:cNvPr>
          <p:cNvSpPr/>
          <p:nvPr/>
        </p:nvSpPr>
        <p:spPr>
          <a:xfrm>
            <a:off x="3232392" y="2267471"/>
            <a:ext cx="76200" cy="2283842"/>
          </a:xfrm>
          <a:prstGeom prst="roundRect">
            <a:avLst>
              <a:gd name="adj" fmla="val 29451"/>
            </a:avLst>
          </a:prstGeom>
          <a:solidFill>
            <a:srgbClr val="8061FF"/>
          </a:solidFill>
          <a:ln/>
        </p:spPr>
        <p:txBody>
          <a:bodyPr/>
          <a:lstStyle/>
          <a:p>
            <a:endParaRPr lang="en-IN"/>
          </a:p>
        </p:txBody>
      </p:sp>
      <p:sp>
        <p:nvSpPr>
          <p:cNvPr id="11" name="Text 9">
            <a:extLst>
              <a:ext uri="{FF2B5EF4-FFF2-40B4-BE49-F238E27FC236}">
                <a16:creationId xmlns:a16="http://schemas.microsoft.com/office/drawing/2014/main" id="{AE18F9D7-5E13-510D-4460-69EA9A406AD8}"/>
              </a:ext>
            </a:extLst>
          </p:cNvPr>
          <p:cNvSpPr/>
          <p:nvPr/>
        </p:nvSpPr>
        <p:spPr>
          <a:xfrm>
            <a:off x="3498131" y="2087200"/>
            <a:ext cx="2204814" cy="439936"/>
          </a:xfrm>
          <a:prstGeom prst="rect">
            <a:avLst/>
          </a:prstGeom>
          <a:noFill/>
          <a:ln/>
        </p:spPr>
        <p:txBody>
          <a:bodyPr wrap="square" lIns="0" tIns="0" rIns="0" bIns="0" rtlCol="0" anchor="t">
            <a:normAutofit fontScale="92500" lnSpcReduction="20000"/>
          </a:bodyPr>
          <a:lstStyle/>
          <a:p>
            <a:pPr algn="ctr">
              <a:lnSpc>
                <a:spcPct val="104000"/>
              </a:lnSpc>
            </a:pPr>
            <a:r>
              <a:rPr lang="en-IN" b="1" dirty="0">
                <a:solidFill>
                  <a:srgbClr val="DCE6F8"/>
                </a:solidFill>
              </a:rPr>
              <a:t> Parent &amp; College Transparency System</a:t>
            </a:r>
            <a:endParaRPr lang="en-US" sz="1350" dirty="0">
              <a:solidFill>
                <a:srgbClr val="DCE6F8"/>
              </a:solidFill>
            </a:endParaRPr>
          </a:p>
        </p:txBody>
      </p:sp>
      <p:sp>
        <p:nvSpPr>
          <p:cNvPr id="12" name="Text 10">
            <a:extLst>
              <a:ext uri="{FF2B5EF4-FFF2-40B4-BE49-F238E27FC236}">
                <a16:creationId xmlns:a16="http://schemas.microsoft.com/office/drawing/2014/main" id="{5315DA38-2588-65E2-109A-EF17856260F1}"/>
              </a:ext>
            </a:extLst>
          </p:cNvPr>
          <p:cNvSpPr/>
          <p:nvPr/>
        </p:nvSpPr>
        <p:spPr>
          <a:xfrm>
            <a:off x="3416686" y="2587462"/>
            <a:ext cx="2501091" cy="2075977"/>
          </a:xfrm>
          <a:prstGeom prst="rect">
            <a:avLst/>
          </a:prstGeom>
          <a:noFill/>
          <a:ln/>
        </p:spPr>
        <p:txBody>
          <a:bodyPr wrap="square" lIns="0" tIns="0" rIns="0" bIns="0" rtlCol="0" anchor="t">
            <a:normAutofit fontScale="92500" lnSpcReduction="10000"/>
          </a:bodyPr>
          <a:lstStyle/>
          <a:p>
            <a:r>
              <a:rPr lang="en-IN" dirty="0">
                <a:solidFill>
                  <a:srgbClr val="DCE6F8"/>
                </a:solidFill>
              </a:rPr>
              <a:t>NexGenU introduces:</a:t>
            </a:r>
            <a:br>
              <a:rPr lang="en-IN" dirty="0">
                <a:solidFill>
                  <a:srgbClr val="DCE6F8"/>
                </a:solidFill>
              </a:rPr>
            </a:br>
            <a:r>
              <a:rPr lang="en-IN" dirty="0">
                <a:solidFill>
                  <a:srgbClr val="DCE6F8"/>
                </a:solidFill>
              </a:rPr>
              <a:t>• Parent dashboards</a:t>
            </a:r>
            <a:br>
              <a:rPr lang="en-IN" dirty="0">
                <a:solidFill>
                  <a:srgbClr val="DCE6F8"/>
                </a:solidFill>
              </a:rPr>
            </a:br>
            <a:r>
              <a:rPr lang="en-IN" dirty="0">
                <a:solidFill>
                  <a:srgbClr val="DCE6F8"/>
                </a:solidFill>
              </a:rPr>
              <a:t>• College dashboards</a:t>
            </a:r>
          </a:p>
          <a:p>
            <a:br>
              <a:rPr lang="en-IN" sz="1600" dirty="0">
                <a:solidFill>
                  <a:srgbClr val="DCE6F8"/>
                </a:solidFill>
              </a:rPr>
            </a:br>
            <a:r>
              <a:rPr lang="en-IN" dirty="0">
                <a:solidFill>
                  <a:srgbClr val="DCE6F8"/>
                </a:solidFill>
              </a:rPr>
              <a:t>• Transparency</a:t>
            </a:r>
            <a:br>
              <a:rPr lang="en-IN" dirty="0">
                <a:solidFill>
                  <a:srgbClr val="DCE6F8"/>
                </a:solidFill>
              </a:rPr>
            </a:br>
            <a:r>
              <a:rPr lang="en-IN" dirty="0">
                <a:solidFill>
                  <a:srgbClr val="DCE6F8"/>
                </a:solidFill>
              </a:rPr>
              <a:t>• Accountability</a:t>
            </a:r>
            <a:br>
              <a:rPr lang="en-IN" dirty="0">
                <a:solidFill>
                  <a:srgbClr val="DCE6F8"/>
                </a:solidFill>
              </a:rPr>
            </a:br>
            <a:r>
              <a:rPr lang="en-IN" dirty="0">
                <a:solidFill>
                  <a:srgbClr val="DCE6F8"/>
                </a:solidFill>
              </a:rPr>
              <a:t>• Trust</a:t>
            </a:r>
            <a:br>
              <a:rPr lang="en-IN" dirty="0">
                <a:solidFill>
                  <a:srgbClr val="DCE6F8"/>
                </a:solidFill>
              </a:rPr>
            </a:br>
            <a:r>
              <a:rPr lang="en-IN" dirty="0">
                <a:solidFill>
                  <a:srgbClr val="DCE6F8"/>
                </a:solidFill>
              </a:rPr>
              <a:t>• Institutional collaboration opportunities</a:t>
            </a:r>
            <a:endParaRPr lang="en-IN" sz="1100" dirty="0">
              <a:solidFill>
                <a:srgbClr val="DCE6F8"/>
              </a:solidFill>
            </a:endParaRPr>
          </a:p>
        </p:txBody>
      </p:sp>
      <p:sp>
        <p:nvSpPr>
          <p:cNvPr id="13" name="Shape 11">
            <a:extLst>
              <a:ext uri="{FF2B5EF4-FFF2-40B4-BE49-F238E27FC236}">
                <a16:creationId xmlns:a16="http://schemas.microsoft.com/office/drawing/2014/main" id="{6A8EF996-7B18-3D81-BB42-FAC9DF902FDC}"/>
              </a:ext>
            </a:extLst>
          </p:cNvPr>
          <p:cNvSpPr/>
          <p:nvPr/>
        </p:nvSpPr>
        <p:spPr>
          <a:xfrm>
            <a:off x="6021216" y="1937221"/>
            <a:ext cx="2599283" cy="2817658"/>
          </a:xfrm>
          <a:prstGeom prst="roundRect">
            <a:avLst>
              <a:gd name="adj" fmla="val 4004"/>
            </a:avLst>
          </a:prstGeom>
          <a:solidFill>
            <a:srgbClr val="0C0A33"/>
          </a:solidFill>
          <a:ln w="19050">
            <a:solidFill>
              <a:srgbClr val="44426B"/>
            </a:solidFill>
            <a:prstDash val="solid"/>
          </a:ln>
        </p:spPr>
        <p:txBody>
          <a:bodyPr/>
          <a:lstStyle/>
          <a:p>
            <a:endParaRPr lang="en-IN" dirty="0"/>
          </a:p>
        </p:txBody>
      </p:sp>
      <p:sp>
        <p:nvSpPr>
          <p:cNvPr id="14" name="Shape 12">
            <a:extLst>
              <a:ext uri="{FF2B5EF4-FFF2-40B4-BE49-F238E27FC236}">
                <a16:creationId xmlns:a16="http://schemas.microsoft.com/office/drawing/2014/main" id="{5812577E-041D-0FC3-B453-FDC20ECC00A8}"/>
              </a:ext>
            </a:extLst>
          </p:cNvPr>
          <p:cNvSpPr/>
          <p:nvPr/>
        </p:nvSpPr>
        <p:spPr>
          <a:xfrm>
            <a:off x="6014753" y="2267471"/>
            <a:ext cx="76200" cy="2283842"/>
          </a:xfrm>
          <a:prstGeom prst="roundRect">
            <a:avLst>
              <a:gd name="adj" fmla="val 29451"/>
            </a:avLst>
          </a:prstGeom>
          <a:solidFill>
            <a:srgbClr val="8061FF"/>
          </a:solidFill>
          <a:ln/>
        </p:spPr>
        <p:txBody>
          <a:bodyPr/>
          <a:lstStyle/>
          <a:p>
            <a:endParaRPr lang="en-IN"/>
          </a:p>
        </p:txBody>
      </p:sp>
      <p:sp>
        <p:nvSpPr>
          <p:cNvPr id="15" name="Text 13">
            <a:extLst>
              <a:ext uri="{FF2B5EF4-FFF2-40B4-BE49-F238E27FC236}">
                <a16:creationId xmlns:a16="http://schemas.microsoft.com/office/drawing/2014/main" id="{FD9F488A-39C8-3C97-EAB0-960636163C92}"/>
              </a:ext>
            </a:extLst>
          </p:cNvPr>
          <p:cNvSpPr/>
          <p:nvPr/>
        </p:nvSpPr>
        <p:spPr>
          <a:xfrm>
            <a:off x="6246912" y="2047502"/>
            <a:ext cx="2297648" cy="635187"/>
          </a:xfrm>
          <a:prstGeom prst="rect">
            <a:avLst/>
          </a:prstGeom>
          <a:noFill/>
          <a:ln/>
        </p:spPr>
        <p:txBody>
          <a:bodyPr wrap="square" lIns="0" tIns="0" rIns="0" bIns="0" rtlCol="0" anchor="t">
            <a:normAutofit fontScale="92500" lnSpcReduction="20000"/>
          </a:bodyPr>
          <a:lstStyle/>
          <a:p>
            <a:pPr>
              <a:lnSpc>
                <a:spcPct val="104000"/>
              </a:lnSpc>
            </a:pPr>
            <a:r>
              <a:rPr lang="en-IN" sz="1600" b="1" dirty="0">
                <a:solidFill>
                  <a:srgbClr val="DCE6F8"/>
                </a:solidFill>
              </a:rPr>
              <a:t>Combination of Careers + Startups + Competitive Exams</a:t>
            </a:r>
            <a:endParaRPr lang="en-US" sz="1000" dirty="0">
              <a:solidFill>
                <a:srgbClr val="DCE6F8"/>
              </a:solidFill>
            </a:endParaRPr>
          </a:p>
        </p:txBody>
      </p:sp>
      <p:sp>
        <p:nvSpPr>
          <p:cNvPr id="16" name="Text 14">
            <a:extLst>
              <a:ext uri="{FF2B5EF4-FFF2-40B4-BE49-F238E27FC236}">
                <a16:creationId xmlns:a16="http://schemas.microsoft.com/office/drawing/2014/main" id="{7583F864-AEDB-A3C5-7788-C83B1171304C}"/>
              </a:ext>
            </a:extLst>
          </p:cNvPr>
          <p:cNvSpPr/>
          <p:nvPr/>
        </p:nvSpPr>
        <p:spPr>
          <a:xfrm>
            <a:off x="6187929" y="2734636"/>
            <a:ext cx="2744688" cy="2065368"/>
          </a:xfrm>
          <a:prstGeom prst="rect">
            <a:avLst/>
          </a:prstGeom>
          <a:noFill/>
          <a:ln/>
        </p:spPr>
        <p:txBody>
          <a:bodyPr wrap="square" lIns="0" tIns="0" rIns="0" bIns="0" rtlCol="0" anchor="t">
            <a:normAutofit/>
          </a:bodyPr>
          <a:lstStyle/>
          <a:p>
            <a:r>
              <a:rPr lang="en-IN" dirty="0">
                <a:solidFill>
                  <a:srgbClr val="DCE6F8"/>
                </a:solidFill>
              </a:rPr>
              <a:t>• MNC preparation</a:t>
            </a:r>
            <a:br>
              <a:rPr lang="en-IN" dirty="0">
                <a:solidFill>
                  <a:srgbClr val="DCE6F8"/>
                </a:solidFill>
              </a:rPr>
            </a:br>
            <a:r>
              <a:rPr lang="en-IN" dirty="0">
                <a:solidFill>
                  <a:srgbClr val="DCE6F8"/>
                </a:solidFill>
              </a:rPr>
              <a:t>• Startup incubation</a:t>
            </a:r>
            <a:br>
              <a:rPr lang="en-IN" dirty="0">
                <a:solidFill>
                  <a:srgbClr val="DCE6F8"/>
                </a:solidFill>
              </a:rPr>
            </a:br>
            <a:r>
              <a:rPr lang="en-IN" dirty="0">
                <a:solidFill>
                  <a:srgbClr val="DCE6F8"/>
                </a:solidFill>
              </a:rPr>
              <a:t>• Hackathons</a:t>
            </a:r>
            <a:br>
              <a:rPr lang="en-IN" dirty="0">
                <a:solidFill>
                  <a:srgbClr val="DCE6F8"/>
                </a:solidFill>
              </a:rPr>
            </a:br>
            <a:r>
              <a:rPr lang="en-IN" dirty="0">
                <a:solidFill>
                  <a:srgbClr val="DCE6F8"/>
                </a:solidFill>
              </a:rPr>
              <a:t>• Innovation programs</a:t>
            </a:r>
            <a:br>
              <a:rPr lang="en-IN" dirty="0">
                <a:solidFill>
                  <a:srgbClr val="DCE6F8"/>
                </a:solidFill>
              </a:rPr>
            </a:br>
            <a:r>
              <a:rPr lang="en-IN" dirty="0">
                <a:solidFill>
                  <a:srgbClr val="DCE6F8"/>
                </a:solidFill>
              </a:rPr>
              <a:t>• Government exam </a:t>
            </a:r>
          </a:p>
          <a:p>
            <a:r>
              <a:rPr lang="en-IN" dirty="0">
                <a:solidFill>
                  <a:srgbClr val="DCE6F8"/>
                </a:solidFill>
              </a:rPr>
              <a:t>    support</a:t>
            </a:r>
            <a:br>
              <a:rPr lang="en-IN" dirty="0">
                <a:solidFill>
                  <a:srgbClr val="DCE6F8"/>
                </a:solidFill>
              </a:rPr>
            </a:br>
            <a:r>
              <a:rPr lang="en-IN" dirty="0">
                <a:solidFill>
                  <a:srgbClr val="DCE6F8"/>
                </a:solidFill>
              </a:rPr>
              <a:t>• Career mentorship</a:t>
            </a:r>
          </a:p>
        </p:txBody>
      </p:sp>
      <p:sp>
        <p:nvSpPr>
          <p:cNvPr id="17" name="Rectangle 16">
            <a:extLst>
              <a:ext uri="{FF2B5EF4-FFF2-40B4-BE49-F238E27FC236}">
                <a16:creationId xmlns:a16="http://schemas.microsoft.com/office/drawing/2014/main" id="{8E0C0CD7-0C59-3371-F3F9-3219E2AA680F}"/>
              </a:ext>
            </a:extLst>
          </p:cNvPr>
          <p:cNvSpPr/>
          <p:nvPr/>
        </p:nvSpPr>
        <p:spPr>
          <a:xfrm>
            <a:off x="8044815" y="4845129"/>
            <a:ext cx="1038225" cy="267891"/>
          </a:xfrm>
          <a:prstGeom prst="rect">
            <a:avLst/>
          </a:prstGeom>
          <a:solidFill>
            <a:srgbClr val="09122B"/>
          </a:solidFill>
          <a:ln>
            <a:solidFill>
              <a:srgbClr val="09122B"/>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78784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D03A1-3D32-3D22-9BF1-25761C4425A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1571487-FA1B-0A79-CDFA-D94E2B13C95B}"/>
              </a:ext>
            </a:extLst>
          </p:cNvPr>
          <p:cNvSpPr/>
          <p:nvPr/>
        </p:nvSpPr>
        <p:spPr>
          <a:xfrm>
            <a:off x="331470" y="583406"/>
            <a:ext cx="5139690" cy="629617"/>
          </a:xfrm>
          <a:prstGeom prst="roundRect">
            <a:avLst>
              <a:gd name="adj" fmla="val 6177"/>
            </a:avLst>
          </a:prstGeom>
          <a:noFill/>
          <a:ln w="4763">
            <a:solidFill>
              <a:srgbClr val="8061FF"/>
            </a:solidFill>
            <a:prstDash val="solid"/>
          </a:ln>
        </p:spPr>
        <p:txBody>
          <a:bodyPr/>
          <a:lstStyle/>
          <a:p>
            <a:endParaRPr lang="en-IN"/>
          </a:p>
        </p:txBody>
      </p:sp>
      <p:sp>
        <p:nvSpPr>
          <p:cNvPr id="3" name="Text 1">
            <a:extLst>
              <a:ext uri="{FF2B5EF4-FFF2-40B4-BE49-F238E27FC236}">
                <a16:creationId xmlns:a16="http://schemas.microsoft.com/office/drawing/2014/main" id="{AF796B62-A7FA-A902-6E04-C69FA964A7B5}"/>
              </a:ext>
            </a:extLst>
          </p:cNvPr>
          <p:cNvSpPr/>
          <p:nvPr/>
        </p:nvSpPr>
        <p:spPr>
          <a:xfrm>
            <a:off x="503224" y="722559"/>
            <a:ext cx="4796182" cy="351309"/>
          </a:xfrm>
          <a:prstGeom prst="rect">
            <a:avLst/>
          </a:prstGeom>
          <a:noFill/>
          <a:ln/>
        </p:spPr>
        <p:txBody>
          <a:bodyPr wrap="none" lIns="0" tIns="0" rIns="0" bIns="0" rtlCol="0" anchor="t"/>
          <a:lstStyle/>
          <a:p>
            <a:pPr marL="0" indent="0" algn="l">
              <a:lnSpc>
                <a:spcPct val="133000"/>
              </a:lnSpc>
              <a:buNone/>
            </a:pPr>
            <a:r>
              <a:rPr lang="en-US" b="1" dirty="0">
                <a:solidFill>
                  <a:srgbClr val="8061FF"/>
                </a:solidFill>
                <a:latin typeface="Arimo" pitchFamily="34" charset="0"/>
                <a:ea typeface="Arimo" pitchFamily="34" charset="-122"/>
                <a:cs typeface="Arimo" pitchFamily="34" charset="-120"/>
              </a:rPr>
              <a:t>WHY NEXGENU HAS STRONG POTENTIAL</a:t>
            </a:r>
            <a:endParaRPr lang="en-US" sz="1050" b="1" dirty="0"/>
          </a:p>
        </p:txBody>
      </p:sp>
      <p:sp>
        <p:nvSpPr>
          <p:cNvPr id="5" name="Shape 3">
            <a:extLst>
              <a:ext uri="{FF2B5EF4-FFF2-40B4-BE49-F238E27FC236}">
                <a16:creationId xmlns:a16="http://schemas.microsoft.com/office/drawing/2014/main" id="{DB632094-E279-7B81-CA77-DF2D07E089E9}"/>
              </a:ext>
            </a:extLst>
          </p:cNvPr>
          <p:cNvSpPr/>
          <p:nvPr/>
        </p:nvSpPr>
        <p:spPr>
          <a:xfrm>
            <a:off x="523577" y="1937220"/>
            <a:ext cx="2599209" cy="2817660"/>
          </a:xfrm>
          <a:prstGeom prst="roundRect">
            <a:avLst>
              <a:gd name="adj" fmla="val 4004"/>
            </a:avLst>
          </a:prstGeom>
          <a:solidFill>
            <a:srgbClr val="0C0A33"/>
          </a:solidFill>
          <a:ln w="19050">
            <a:solidFill>
              <a:srgbClr val="44426B"/>
            </a:solidFill>
            <a:prstDash val="solid"/>
          </a:ln>
        </p:spPr>
        <p:txBody>
          <a:bodyPr/>
          <a:lstStyle/>
          <a:p>
            <a:endParaRPr lang="en-IN"/>
          </a:p>
        </p:txBody>
      </p:sp>
      <p:sp>
        <p:nvSpPr>
          <p:cNvPr id="6" name="Shape 4">
            <a:extLst>
              <a:ext uri="{FF2B5EF4-FFF2-40B4-BE49-F238E27FC236}">
                <a16:creationId xmlns:a16="http://schemas.microsoft.com/office/drawing/2014/main" id="{AD5C1782-E25A-C73F-FEBD-F5904413087E}"/>
              </a:ext>
            </a:extLst>
          </p:cNvPr>
          <p:cNvSpPr/>
          <p:nvPr/>
        </p:nvSpPr>
        <p:spPr>
          <a:xfrm>
            <a:off x="516881" y="2307168"/>
            <a:ext cx="76200" cy="2283842"/>
          </a:xfrm>
          <a:prstGeom prst="roundRect">
            <a:avLst>
              <a:gd name="adj" fmla="val 29451"/>
            </a:avLst>
          </a:prstGeom>
          <a:solidFill>
            <a:srgbClr val="8061FF"/>
          </a:solidFill>
          <a:ln/>
        </p:spPr>
        <p:txBody>
          <a:bodyPr/>
          <a:lstStyle/>
          <a:p>
            <a:endParaRPr lang="en-IN"/>
          </a:p>
        </p:txBody>
      </p:sp>
      <p:sp>
        <p:nvSpPr>
          <p:cNvPr id="7" name="Text 5">
            <a:extLst>
              <a:ext uri="{FF2B5EF4-FFF2-40B4-BE49-F238E27FC236}">
                <a16:creationId xmlns:a16="http://schemas.microsoft.com/office/drawing/2014/main" id="{5670CE99-661E-05D9-CF1C-AFBE285DC9C0}"/>
              </a:ext>
            </a:extLst>
          </p:cNvPr>
          <p:cNvSpPr/>
          <p:nvPr/>
        </p:nvSpPr>
        <p:spPr>
          <a:xfrm>
            <a:off x="749350" y="2102345"/>
            <a:ext cx="2298650" cy="580343"/>
          </a:xfrm>
          <a:prstGeom prst="rect">
            <a:avLst/>
          </a:prstGeom>
          <a:noFill/>
          <a:ln/>
        </p:spPr>
        <p:txBody>
          <a:bodyPr wrap="square" lIns="0" tIns="0" rIns="0" bIns="0" rtlCol="0" anchor="t">
            <a:normAutofit/>
          </a:bodyPr>
          <a:lstStyle/>
          <a:p>
            <a:pPr>
              <a:lnSpc>
                <a:spcPct val="104000"/>
              </a:lnSpc>
            </a:pPr>
            <a:r>
              <a:rPr lang="en-IN" sz="1600" b="1" dirty="0">
                <a:solidFill>
                  <a:srgbClr val="DCE6F8"/>
                </a:solidFill>
              </a:rPr>
              <a:t>Community-Based Growth Model</a:t>
            </a:r>
            <a:endParaRPr lang="en-IN" sz="1600" dirty="0">
              <a:solidFill>
                <a:srgbClr val="DCE6F8"/>
              </a:solidFill>
            </a:endParaRPr>
          </a:p>
          <a:p>
            <a:pPr>
              <a:lnSpc>
                <a:spcPct val="104000"/>
              </a:lnSpc>
            </a:pPr>
            <a:endParaRPr lang="en-US" sz="1000" b="1" dirty="0">
              <a:solidFill>
                <a:srgbClr val="DCE6F8"/>
              </a:solidFill>
            </a:endParaRPr>
          </a:p>
        </p:txBody>
      </p:sp>
      <p:sp>
        <p:nvSpPr>
          <p:cNvPr id="8" name="Text 6">
            <a:extLst>
              <a:ext uri="{FF2B5EF4-FFF2-40B4-BE49-F238E27FC236}">
                <a16:creationId xmlns:a16="http://schemas.microsoft.com/office/drawing/2014/main" id="{140110F3-AA82-8B42-4E3C-52A74DFEE757}"/>
              </a:ext>
            </a:extLst>
          </p:cNvPr>
          <p:cNvSpPr/>
          <p:nvPr/>
        </p:nvSpPr>
        <p:spPr>
          <a:xfrm>
            <a:off x="667905" y="2897777"/>
            <a:ext cx="2454880" cy="1788467"/>
          </a:xfrm>
          <a:prstGeom prst="rect">
            <a:avLst/>
          </a:prstGeom>
          <a:noFill/>
          <a:ln/>
        </p:spPr>
        <p:txBody>
          <a:bodyPr wrap="square" lIns="0" tIns="0" rIns="0" bIns="0" rtlCol="0" anchor="t">
            <a:normAutofit/>
          </a:bodyPr>
          <a:lstStyle/>
          <a:p>
            <a:r>
              <a:rPr lang="en-IN" dirty="0">
                <a:solidFill>
                  <a:srgbClr val="DCE6F8"/>
                </a:solidFill>
              </a:rPr>
              <a:t>• Student communities</a:t>
            </a:r>
            <a:br>
              <a:rPr lang="en-IN" dirty="0">
                <a:solidFill>
                  <a:srgbClr val="DCE6F8"/>
                </a:solidFill>
              </a:rPr>
            </a:br>
            <a:r>
              <a:rPr lang="en-IN" dirty="0">
                <a:solidFill>
                  <a:srgbClr val="DCE6F8"/>
                </a:solidFill>
              </a:rPr>
              <a:t>• Technical ecosystems</a:t>
            </a:r>
            <a:br>
              <a:rPr lang="en-IN" dirty="0">
                <a:solidFill>
                  <a:srgbClr val="DCE6F8"/>
                </a:solidFill>
              </a:rPr>
            </a:br>
            <a:r>
              <a:rPr lang="en-IN" dirty="0">
                <a:solidFill>
                  <a:srgbClr val="DCE6F8"/>
                </a:solidFill>
              </a:rPr>
              <a:t>• Peer learning</a:t>
            </a:r>
            <a:br>
              <a:rPr lang="en-IN" dirty="0">
                <a:solidFill>
                  <a:srgbClr val="DCE6F8"/>
                </a:solidFill>
              </a:rPr>
            </a:br>
            <a:r>
              <a:rPr lang="en-IN" dirty="0">
                <a:solidFill>
                  <a:srgbClr val="DCE6F8"/>
                </a:solidFill>
              </a:rPr>
              <a:t>• Team collaborations</a:t>
            </a:r>
            <a:br>
              <a:rPr lang="en-IN" dirty="0">
                <a:solidFill>
                  <a:srgbClr val="DCE6F8"/>
                </a:solidFill>
              </a:rPr>
            </a:br>
            <a:r>
              <a:rPr lang="en-IN" dirty="0">
                <a:solidFill>
                  <a:srgbClr val="DCE6F8"/>
                </a:solidFill>
              </a:rPr>
              <a:t>• Innovation culture</a:t>
            </a:r>
            <a:endParaRPr lang="en-IN" sz="1600" dirty="0">
              <a:solidFill>
                <a:srgbClr val="DCE6F8"/>
              </a:solidFill>
            </a:endParaRPr>
          </a:p>
        </p:txBody>
      </p:sp>
      <p:sp>
        <p:nvSpPr>
          <p:cNvPr id="9" name="Shape 7">
            <a:extLst>
              <a:ext uri="{FF2B5EF4-FFF2-40B4-BE49-F238E27FC236}">
                <a16:creationId xmlns:a16="http://schemas.microsoft.com/office/drawing/2014/main" id="{2C1A39A7-5D9B-F501-333D-14DA8164E171}"/>
              </a:ext>
            </a:extLst>
          </p:cNvPr>
          <p:cNvSpPr/>
          <p:nvPr/>
        </p:nvSpPr>
        <p:spPr>
          <a:xfrm>
            <a:off x="3272358" y="1937220"/>
            <a:ext cx="2599209" cy="2817659"/>
          </a:xfrm>
          <a:prstGeom prst="roundRect">
            <a:avLst>
              <a:gd name="adj" fmla="val 4004"/>
            </a:avLst>
          </a:prstGeom>
          <a:solidFill>
            <a:srgbClr val="0C0A33"/>
          </a:solidFill>
          <a:ln w="19050">
            <a:solidFill>
              <a:srgbClr val="44426B"/>
            </a:solidFill>
            <a:prstDash val="solid"/>
          </a:ln>
        </p:spPr>
        <p:txBody>
          <a:bodyPr/>
          <a:lstStyle/>
          <a:p>
            <a:endParaRPr lang="en-IN"/>
          </a:p>
        </p:txBody>
      </p:sp>
      <p:sp>
        <p:nvSpPr>
          <p:cNvPr id="10" name="Shape 8">
            <a:extLst>
              <a:ext uri="{FF2B5EF4-FFF2-40B4-BE49-F238E27FC236}">
                <a16:creationId xmlns:a16="http://schemas.microsoft.com/office/drawing/2014/main" id="{13372190-984F-E663-EC4A-F9EEBE37E818}"/>
              </a:ext>
            </a:extLst>
          </p:cNvPr>
          <p:cNvSpPr/>
          <p:nvPr/>
        </p:nvSpPr>
        <p:spPr>
          <a:xfrm>
            <a:off x="3232392" y="2267471"/>
            <a:ext cx="76200" cy="2283842"/>
          </a:xfrm>
          <a:prstGeom prst="roundRect">
            <a:avLst>
              <a:gd name="adj" fmla="val 29451"/>
            </a:avLst>
          </a:prstGeom>
          <a:solidFill>
            <a:srgbClr val="8061FF"/>
          </a:solidFill>
          <a:ln/>
        </p:spPr>
        <p:txBody>
          <a:bodyPr/>
          <a:lstStyle/>
          <a:p>
            <a:endParaRPr lang="en-IN"/>
          </a:p>
        </p:txBody>
      </p:sp>
      <p:sp>
        <p:nvSpPr>
          <p:cNvPr id="11" name="Text 9">
            <a:extLst>
              <a:ext uri="{FF2B5EF4-FFF2-40B4-BE49-F238E27FC236}">
                <a16:creationId xmlns:a16="http://schemas.microsoft.com/office/drawing/2014/main" id="{94C93E25-04FB-51AC-4F57-E7FC9C1F0001}"/>
              </a:ext>
            </a:extLst>
          </p:cNvPr>
          <p:cNvSpPr/>
          <p:nvPr/>
        </p:nvSpPr>
        <p:spPr>
          <a:xfrm>
            <a:off x="3498131" y="2087200"/>
            <a:ext cx="2204814" cy="439936"/>
          </a:xfrm>
          <a:prstGeom prst="rect">
            <a:avLst/>
          </a:prstGeom>
          <a:noFill/>
          <a:ln/>
        </p:spPr>
        <p:txBody>
          <a:bodyPr wrap="square" lIns="0" tIns="0" rIns="0" bIns="0" rtlCol="0" anchor="t">
            <a:normAutofit fontScale="92500" lnSpcReduction="20000"/>
          </a:bodyPr>
          <a:lstStyle/>
          <a:p>
            <a:pPr algn="ctr">
              <a:lnSpc>
                <a:spcPct val="104000"/>
              </a:lnSpc>
            </a:pPr>
            <a:r>
              <a:rPr lang="en-IN" b="1" dirty="0">
                <a:solidFill>
                  <a:srgbClr val="DCE6F8"/>
                </a:solidFill>
              </a:rPr>
              <a:t>Future-Ready Technology Focus</a:t>
            </a:r>
            <a:endParaRPr lang="en-US" sz="1350" dirty="0">
              <a:solidFill>
                <a:srgbClr val="DCE6F8"/>
              </a:solidFill>
            </a:endParaRPr>
          </a:p>
        </p:txBody>
      </p:sp>
      <p:sp>
        <p:nvSpPr>
          <p:cNvPr id="12" name="Text 10">
            <a:extLst>
              <a:ext uri="{FF2B5EF4-FFF2-40B4-BE49-F238E27FC236}">
                <a16:creationId xmlns:a16="http://schemas.microsoft.com/office/drawing/2014/main" id="{8B3CD8D1-D824-6E0A-2447-7D9C7E01DE6B}"/>
              </a:ext>
            </a:extLst>
          </p:cNvPr>
          <p:cNvSpPr/>
          <p:nvPr/>
        </p:nvSpPr>
        <p:spPr>
          <a:xfrm>
            <a:off x="3441858" y="2754023"/>
            <a:ext cx="2501091" cy="2075977"/>
          </a:xfrm>
          <a:prstGeom prst="rect">
            <a:avLst/>
          </a:prstGeom>
          <a:noFill/>
          <a:ln/>
        </p:spPr>
        <p:txBody>
          <a:bodyPr wrap="square" lIns="0" tIns="0" rIns="0" bIns="0" rtlCol="0" anchor="t">
            <a:normAutofit/>
          </a:bodyPr>
          <a:lstStyle/>
          <a:p>
            <a:r>
              <a:rPr lang="en-IN" dirty="0">
                <a:solidFill>
                  <a:srgbClr val="DCE6F8"/>
                </a:solidFill>
              </a:rPr>
              <a:t>• AI</a:t>
            </a:r>
            <a:br>
              <a:rPr lang="en-IN" dirty="0">
                <a:solidFill>
                  <a:srgbClr val="DCE6F8"/>
                </a:solidFill>
              </a:rPr>
            </a:br>
            <a:r>
              <a:rPr lang="en-IN" dirty="0">
                <a:solidFill>
                  <a:srgbClr val="DCE6F8"/>
                </a:solidFill>
              </a:rPr>
              <a:t>• Full Stack Development</a:t>
            </a:r>
            <a:br>
              <a:rPr lang="en-IN" dirty="0">
                <a:solidFill>
                  <a:srgbClr val="DCE6F8"/>
                </a:solidFill>
              </a:rPr>
            </a:br>
            <a:r>
              <a:rPr lang="en-IN" dirty="0">
                <a:solidFill>
                  <a:srgbClr val="DCE6F8"/>
                </a:solidFill>
              </a:rPr>
              <a:t>• Data Analytics</a:t>
            </a:r>
            <a:br>
              <a:rPr lang="en-IN" dirty="0">
                <a:solidFill>
                  <a:srgbClr val="DCE6F8"/>
                </a:solidFill>
              </a:rPr>
            </a:br>
            <a:r>
              <a:rPr lang="en-IN" dirty="0">
                <a:solidFill>
                  <a:srgbClr val="DCE6F8"/>
                </a:solidFill>
              </a:rPr>
              <a:t>• Cloud</a:t>
            </a:r>
            <a:br>
              <a:rPr lang="en-IN" dirty="0">
                <a:solidFill>
                  <a:srgbClr val="DCE6F8"/>
                </a:solidFill>
              </a:rPr>
            </a:br>
            <a:r>
              <a:rPr lang="en-IN" dirty="0">
                <a:solidFill>
                  <a:srgbClr val="DCE6F8"/>
                </a:solidFill>
              </a:rPr>
              <a:t>• Cybersecurity</a:t>
            </a:r>
            <a:br>
              <a:rPr lang="en-IN" dirty="0">
                <a:solidFill>
                  <a:srgbClr val="DCE6F8"/>
                </a:solidFill>
              </a:rPr>
            </a:br>
            <a:r>
              <a:rPr lang="en-IN" dirty="0">
                <a:solidFill>
                  <a:srgbClr val="DCE6F8"/>
                </a:solidFill>
              </a:rPr>
              <a:t>• Future trend jobs</a:t>
            </a:r>
            <a:endParaRPr lang="en-IN" sz="1100" dirty="0">
              <a:solidFill>
                <a:srgbClr val="DCE6F8"/>
              </a:solidFill>
            </a:endParaRPr>
          </a:p>
        </p:txBody>
      </p:sp>
      <p:sp>
        <p:nvSpPr>
          <p:cNvPr id="13" name="Shape 11">
            <a:extLst>
              <a:ext uri="{FF2B5EF4-FFF2-40B4-BE49-F238E27FC236}">
                <a16:creationId xmlns:a16="http://schemas.microsoft.com/office/drawing/2014/main" id="{612CA3D5-CE2C-F66E-19B1-C16FAFD22ED3}"/>
              </a:ext>
            </a:extLst>
          </p:cNvPr>
          <p:cNvSpPr/>
          <p:nvPr/>
        </p:nvSpPr>
        <p:spPr>
          <a:xfrm>
            <a:off x="6021216" y="1937221"/>
            <a:ext cx="2599283" cy="2817658"/>
          </a:xfrm>
          <a:prstGeom prst="roundRect">
            <a:avLst>
              <a:gd name="adj" fmla="val 4004"/>
            </a:avLst>
          </a:prstGeom>
          <a:solidFill>
            <a:srgbClr val="0C0A33"/>
          </a:solidFill>
          <a:ln w="19050">
            <a:solidFill>
              <a:srgbClr val="44426B"/>
            </a:solidFill>
            <a:prstDash val="solid"/>
          </a:ln>
        </p:spPr>
        <p:txBody>
          <a:bodyPr/>
          <a:lstStyle/>
          <a:p>
            <a:endParaRPr lang="en-IN" dirty="0"/>
          </a:p>
        </p:txBody>
      </p:sp>
      <p:sp>
        <p:nvSpPr>
          <p:cNvPr id="14" name="Shape 12">
            <a:extLst>
              <a:ext uri="{FF2B5EF4-FFF2-40B4-BE49-F238E27FC236}">
                <a16:creationId xmlns:a16="http://schemas.microsoft.com/office/drawing/2014/main" id="{9B95E49F-2F8A-16C2-7F2B-A79CEDFB1713}"/>
              </a:ext>
            </a:extLst>
          </p:cNvPr>
          <p:cNvSpPr/>
          <p:nvPr/>
        </p:nvSpPr>
        <p:spPr>
          <a:xfrm>
            <a:off x="6014753" y="2267471"/>
            <a:ext cx="76200" cy="2283842"/>
          </a:xfrm>
          <a:prstGeom prst="roundRect">
            <a:avLst>
              <a:gd name="adj" fmla="val 29451"/>
            </a:avLst>
          </a:prstGeom>
          <a:solidFill>
            <a:srgbClr val="8061FF"/>
          </a:solidFill>
          <a:ln/>
        </p:spPr>
        <p:txBody>
          <a:bodyPr/>
          <a:lstStyle/>
          <a:p>
            <a:endParaRPr lang="en-IN"/>
          </a:p>
        </p:txBody>
      </p:sp>
      <p:sp>
        <p:nvSpPr>
          <p:cNvPr id="15" name="Text 13">
            <a:extLst>
              <a:ext uri="{FF2B5EF4-FFF2-40B4-BE49-F238E27FC236}">
                <a16:creationId xmlns:a16="http://schemas.microsoft.com/office/drawing/2014/main" id="{BEE324AB-4C9A-6FDD-F118-DA4B6C27B1D1}"/>
              </a:ext>
            </a:extLst>
          </p:cNvPr>
          <p:cNvSpPr/>
          <p:nvPr/>
        </p:nvSpPr>
        <p:spPr>
          <a:xfrm>
            <a:off x="6246912" y="2047502"/>
            <a:ext cx="2297648" cy="635187"/>
          </a:xfrm>
          <a:prstGeom prst="rect">
            <a:avLst/>
          </a:prstGeom>
          <a:noFill/>
          <a:ln/>
        </p:spPr>
        <p:txBody>
          <a:bodyPr wrap="square" lIns="0" tIns="0" rIns="0" bIns="0" rtlCol="0" anchor="t">
            <a:normAutofit/>
          </a:bodyPr>
          <a:lstStyle/>
          <a:p>
            <a:r>
              <a:rPr lang="en-IN" b="1" dirty="0">
                <a:solidFill>
                  <a:srgbClr val="DCE6F8"/>
                </a:solidFill>
              </a:rPr>
              <a:t>Building Outcomes, Not Just Enrolments</a:t>
            </a:r>
            <a:endParaRPr lang="en-IN" dirty="0">
              <a:solidFill>
                <a:srgbClr val="DCE6F8"/>
              </a:solidFill>
            </a:endParaRPr>
          </a:p>
        </p:txBody>
      </p:sp>
      <p:sp>
        <p:nvSpPr>
          <p:cNvPr id="16" name="Text 14">
            <a:extLst>
              <a:ext uri="{FF2B5EF4-FFF2-40B4-BE49-F238E27FC236}">
                <a16:creationId xmlns:a16="http://schemas.microsoft.com/office/drawing/2014/main" id="{B7341A5C-53D4-AA8C-111F-DB13C01D142E}"/>
              </a:ext>
            </a:extLst>
          </p:cNvPr>
          <p:cNvSpPr/>
          <p:nvPr/>
        </p:nvSpPr>
        <p:spPr>
          <a:xfrm>
            <a:off x="6211499" y="2680268"/>
            <a:ext cx="2744688" cy="2283842"/>
          </a:xfrm>
          <a:prstGeom prst="rect">
            <a:avLst/>
          </a:prstGeom>
          <a:noFill/>
          <a:ln/>
        </p:spPr>
        <p:txBody>
          <a:bodyPr wrap="square" lIns="0" tIns="0" rIns="0" bIns="0" rtlCol="0" anchor="t">
            <a:normAutofit fontScale="62500" lnSpcReduction="20000"/>
          </a:bodyPr>
          <a:lstStyle/>
          <a:p>
            <a:r>
              <a:rPr lang="en-IN" sz="2500" dirty="0">
                <a:solidFill>
                  <a:srgbClr val="DCE6F8"/>
                </a:solidFill>
              </a:rPr>
              <a:t>Most EdTech companies optimize for:</a:t>
            </a:r>
            <a:br>
              <a:rPr lang="en-IN" sz="2500" dirty="0">
                <a:solidFill>
                  <a:srgbClr val="DCE6F8"/>
                </a:solidFill>
              </a:rPr>
            </a:br>
            <a:r>
              <a:rPr lang="en-IN" sz="2500" dirty="0">
                <a:solidFill>
                  <a:srgbClr val="DCE6F8"/>
                </a:solidFill>
              </a:rPr>
              <a:t>• Course sales</a:t>
            </a:r>
            <a:br>
              <a:rPr lang="en-IN" sz="2500" dirty="0">
                <a:solidFill>
                  <a:srgbClr val="DCE6F8"/>
                </a:solidFill>
              </a:rPr>
            </a:br>
            <a:r>
              <a:rPr lang="en-IN" sz="2500" dirty="0">
                <a:solidFill>
                  <a:srgbClr val="DCE6F8"/>
                </a:solidFill>
              </a:rPr>
              <a:t>• Enrolments</a:t>
            </a:r>
            <a:br>
              <a:rPr lang="en-IN" sz="2500" dirty="0">
                <a:solidFill>
                  <a:srgbClr val="DCE6F8"/>
                </a:solidFill>
              </a:rPr>
            </a:br>
            <a:r>
              <a:rPr lang="en-IN" sz="2500" dirty="0">
                <a:solidFill>
                  <a:srgbClr val="DCE6F8"/>
                </a:solidFill>
              </a:rPr>
              <a:t>• Subscription numbers</a:t>
            </a:r>
          </a:p>
          <a:p>
            <a:endParaRPr lang="en-IN" dirty="0">
              <a:solidFill>
                <a:srgbClr val="DCE6F8"/>
              </a:solidFill>
            </a:endParaRPr>
          </a:p>
          <a:p>
            <a:endParaRPr lang="en-IN" dirty="0">
              <a:solidFill>
                <a:srgbClr val="DCE6F8"/>
              </a:solidFill>
            </a:endParaRPr>
          </a:p>
          <a:p>
            <a:r>
              <a:rPr lang="en-IN" sz="2600" dirty="0">
                <a:solidFill>
                  <a:srgbClr val="DCE6F8"/>
                </a:solidFill>
              </a:rPr>
              <a:t>• Student outcomes</a:t>
            </a:r>
            <a:br>
              <a:rPr lang="en-IN" sz="2600" dirty="0">
                <a:solidFill>
                  <a:srgbClr val="DCE6F8"/>
                </a:solidFill>
              </a:rPr>
            </a:br>
            <a:r>
              <a:rPr lang="en-IN" sz="2600" dirty="0">
                <a:solidFill>
                  <a:srgbClr val="DCE6F8"/>
                </a:solidFill>
              </a:rPr>
              <a:t>• Skill growth</a:t>
            </a:r>
            <a:br>
              <a:rPr lang="en-IN" sz="2600" dirty="0">
                <a:solidFill>
                  <a:srgbClr val="DCE6F8"/>
                </a:solidFill>
              </a:rPr>
            </a:br>
            <a:r>
              <a:rPr lang="en-IN" sz="2600" dirty="0">
                <a:solidFill>
                  <a:srgbClr val="DCE6F8"/>
                </a:solidFill>
              </a:rPr>
              <a:t>• Career transformation</a:t>
            </a:r>
            <a:br>
              <a:rPr lang="en-IN" sz="2600" dirty="0">
                <a:solidFill>
                  <a:srgbClr val="DCE6F8"/>
                </a:solidFill>
              </a:rPr>
            </a:br>
            <a:r>
              <a:rPr lang="en-IN" sz="2600" dirty="0">
                <a:solidFill>
                  <a:srgbClr val="DCE6F8"/>
                </a:solidFill>
              </a:rPr>
              <a:t>• Real opportunities</a:t>
            </a:r>
          </a:p>
        </p:txBody>
      </p:sp>
      <p:sp>
        <p:nvSpPr>
          <p:cNvPr id="17" name="Rectangle 16">
            <a:extLst>
              <a:ext uri="{FF2B5EF4-FFF2-40B4-BE49-F238E27FC236}">
                <a16:creationId xmlns:a16="http://schemas.microsoft.com/office/drawing/2014/main" id="{EB07D275-24EE-0243-D7A2-E3AC9B2096A7}"/>
              </a:ext>
            </a:extLst>
          </p:cNvPr>
          <p:cNvSpPr/>
          <p:nvPr/>
        </p:nvSpPr>
        <p:spPr>
          <a:xfrm>
            <a:off x="8044815" y="4845129"/>
            <a:ext cx="1038225" cy="267891"/>
          </a:xfrm>
          <a:prstGeom prst="rect">
            <a:avLst/>
          </a:prstGeom>
          <a:solidFill>
            <a:srgbClr val="09122B"/>
          </a:solidFill>
          <a:ln>
            <a:solidFill>
              <a:srgbClr val="09122B"/>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0822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835629" y="389533"/>
            <a:ext cx="3100522" cy="521816"/>
          </a:xfrm>
          <a:prstGeom prst="roundRect">
            <a:avLst>
              <a:gd name="adj" fmla="val 41863"/>
            </a:avLst>
          </a:prstGeom>
          <a:solidFill>
            <a:srgbClr val="5678F0"/>
          </a:solidFill>
          <a:ln/>
        </p:spPr>
        <p:txBody>
          <a:bodyPr/>
          <a:lstStyle/>
          <a:p>
            <a:endParaRPr lang="en-IN" dirty="0"/>
          </a:p>
        </p:txBody>
      </p:sp>
      <p:sp>
        <p:nvSpPr>
          <p:cNvPr id="3" name="Text 1"/>
          <p:cNvSpPr/>
          <p:nvPr/>
        </p:nvSpPr>
        <p:spPr>
          <a:xfrm>
            <a:off x="3273676" y="449500"/>
            <a:ext cx="2224428" cy="403941"/>
          </a:xfrm>
          <a:prstGeom prst="rect">
            <a:avLst/>
          </a:prstGeom>
          <a:noFill/>
          <a:ln/>
        </p:spPr>
        <p:txBody>
          <a:bodyPr wrap="none" lIns="0" tIns="0" rIns="0" bIns="0" rtlCol="0" anchor="t"/>
          <a:lstStyle/>
          <a:p>
            <a:pPr>
              <a:lnSpc>
                <a:spcPct val="117000"/>
              </a:lnSpc>
            </a:pPr>
            <a:r>
              <a:rPr lang="en-IN" sz="2400" dirty="0">
                <a:solidFill>
                  <a:srgbClr val="DCE6F8"/>
                </a:solidFill>
                <a:latin typeface="Mona Sans SemiBold" panose="020B0604020202020204" charset="0"/>
              </a:rPr>
              <a:t>Our Target Users</a:t>
            </a:r>
            <a:endParaRPr lang="en-US" sz="2000" dirty="0">
              <a:solidFill>
                <a:srgbClr val="DCE6F8"/>
              </a:solidFill>
              <a:latin typeface="Mona Sans SemiBold" panose="020B0604020202020204" charset="0"/>
            </a:endParaRPr>
          </a:p>
        </p:txBody>
      </p:sp>
      <p:sp>
        <p:nvSpPr>
          <p:cNvPr id="4" name="Text 2"/>
          <p:cNvSpPr/>
          <p:nvPr/>
        </p:nvSpPr>
        <p:spPr>
          <a:xfrm>
            <a:off x="496119" y="1386111"/>
            <a:ext cx="3558332" cy="372070"/>
          </a:xfrm>
          <a:prstGeom prst="rect">
            <a:avLst/>
          </a:prstGeom>
          <a:noFill/>
          <a:ln/>
        </p:spPr>
        <p:txBody>
          <a:bodyPr wrap="none" lIns="0" tIns="0" rIns="0" bIns="0" rtlCol="0" anchor="t"/>
          <a:lstStyle/>
          <a:p>
            <a:pPr marL="0" indent="0" algn="l">
              <a:lnSpc>
                <a:spcPct val="100000"/>
              </a:lnSpc>
              <a:buNone/>
            </a:pPr>
            <a:endParaRPr lang="en-US" sz="2400" dirty="0"/>
          </a:p>
        </p:txBody>
      </p:sp>
      <p:sp>
        <p:nvSpPr>
          <p:cNvPr id="5" name="Text 3"/>
          <p:cNvSpPr/>
          <p:nvPr/>
        </p:nvSpPr>
        <p:spPr>
          <a:xfrm>
            <a:off x="634380" y="4191104"/>
            <a:ext cx="8151763" cy="347216"/>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303030"/>
                </a:solidFill>
                <a:latin typeface="Mona Sans" pitchFamily="34" charset="0"/>
                <a:ea typeface="Mona Sans" pitchFamily="34" charset="-122"/>
                <a:cs typeface="Mona Sans" pitchFamily="34" charset="-120"/>
              </a:rPr>
              <a:t>.</a:t>
            </a:r>
            <a:endParaRPr lang="en-US" sz="950" dirty="0"/>
          </a:p>
        </p:txBody>
      </p:sp>
      <p:sp>
        <p:nvSpPr>
          <p:cNvPr id="12" name="Shape 9"/>
          <p:cNvSpPr/>
          <p:nvPr/>
        </p:nvSpPr>
        <p:spPr>
          <a:xfrm>
            <a:off x="3254648" y="2616994"/>
            <a:ext cx="2634630" cy="1403226"/>
          </a:xfrm>
          <a:prstGeom prst="roundRect">
            <a:avLst>
              <a:gd name="adj" fmla="val 4887"/>
            </a:avLst>
          </a:prstGeom>
          <a:solidFill>
            <a:srgbClr val="F5F5F5"/>
          </a:solidFill>
          <a:ln w="14288">
            <a:solidFill>
              <a:srgbClr val="93CEF1"/>
            </a:solidFill>
            <a:prstDash val="solid"/>
          </a:ln>
        </p:spPr>
        <p:txBody>
          <a:bodyPr/>
          <a:lstStyle/>
          <a:p>
            <a:endParaRPr lang="en-IN" dirty="0"/>
          </a:p>
        </p:txBody>
      </p:sp>
      <p:sp>
        <p:nvSpPr>
          <p:cNvPr id="13" name="Shape 10"/>
          <p:cNvSpPr/>
          <p:nvPr/>
        </p:nvSpPr>
        <p:spPr>
          <a:xfrm>
            <a:off x="3254648" y="2602706"/>
            <a:ext cx="2634630" cy="57150"/>
          </a:xfrm>
          <a:prstGeom prst="roundRect">
            <a:avLst>
              <a:gd name="adj" fmla="val 195349"/>
            </a:avLst>
          </a:prstGeom>
          <a:solidFill>
            <a:srgbClr val="93CEF1"/>
          </a:solidFill>
          <a:ln/>
        </p:spPr>
        <p:txBody>
          <a:bodyPr/>
          <a:lstStyle/>
          <a:p>
            <a:endParaRPr lang="en-IN"/>
          </a:p>
        </p:txBody>
      </p:sp>
      <p:sp>
        <p:nvSpPr>
          <p:cNvPr id="14" name="Shape 11"/>
          <p:cNvSpPr/>
          <p:nvPr/>
        </p:nvSpPr>
        <p:spPr>
          <a:xfrm>
            <a:off x="4385890" y="2430959"/>
            <a:ext cx="372070" cy="372070"/>
          </a:xfrm>
          <a:prstGeom prst="roundRect">
            <a:avLst>
              <a:gd name="adj" fmla="val 153600"/>
            </a:avLst>
          </a:prstGeom>
          <a:solidFill>
            <a:srgbClr val="93CEF1"/>
          </a:solidFill>
          <a:ln/>
        </p:spPr>
        <p:txBody>
          <a:bodyPr/>
          <a:lstStyle/>
          <a:p>
            <a:endParaRPr lang="en-IN"/>
          </a:p>
        </p:txBody>
      </p:sp>
      <p:pic>
        <p:nvPicPr>
          <p:cNvPr id="15"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97512" y="2542580"/>
            <a:ext cx="148828" cy="148828"/>
          </a:xfrm>
          <a:prstGeom prst="rect">
            <a:avLst/>
          </a:prstGeom>
        </p:spPr>
      </p:pic>
      <p:sp>
        <p:nvSpPr>
          <p:cNvPr id="16" name="Text 12"/>
          <p:cNvSpPr/>
          <p:nvPr/>
        </p:nvSpPr>
        <p:spPr>
          <a:xfrm>
            <a:off x="3796680" y="2927077"/>
            <a:ext cx="1550566" cy="186035"/>
          </a:xfrm>
          <a:prstGeom prst="rect">
            <a:avLst/>
          </a:prstGeom>
          <a:noFill/>
          <a:ln/>
        </p:spPr>
        <p:txBody>
          <a:bodyPr wrap="none" lIns="0" tIns="0" rIns="0" bIns="0" rtlCol="0" anchor="t"/>
          <a:lstStyle/>
          <a:p>
            <a:r>
              <a:rPr lang="en-IN" sz="1200" dirty="0"/>
              <a:t>Colleges and universities</a:t>
            </a:r>
          </a:p>
        </p:txBody>
      </p:sp>
      <p:sp>
        <p:nvSpPr>
          <p:cNvPr id="17" name="Text 13"/>
          <p:cNvSpPr/>
          <p:nvPr/>
        </p:nvSpPr>
        <p:spPr>
          <a:xfrm>
            <a:off x="3392909" y="3187526"/>
            <a:ext cx="2358107" cy="694432"/>
          </a:xfrm>
          <a:prstGeom prst="rect">
            <a:avLst/>
          </a:prstGeom>
          <a:noFill/>
          <a:ln/>
        </p:spPr>
        <p:txBody>
          <a:bodyPr wrap="square" lIns="0" tIns="0" rIns="0" bIns="0" rtlCol="0" anchor="t">
            <a:normAutofit/>
          </a:bodyPr>
          <a:lstStyle/>
          <a:p>
            <a:pPr marL="0" indent="0" algn="ctr">
              <a:lnSpc>
                <a:spcPct val="117000"/>
              </a:lnSpc>
              <a:buNone/>
            </a:pPr>
            <a:r>
              <a:rPr lang="en-US" sz="950" dirty="0">
                <a:solidFill>
                  <a:srgbClr val="303030"/>
                </a:solidFill>
                <a:latin typeface="Mona Sans" pitchFamily="34" charset="0"/>
              </a:rPr>
              <a:t>The College Administration Can add their Students Data here to Catch up the Well Skilled Active Students Without any difficulty</a:t>
            </a:r>
            <a:endParaRPr lang="en-US" sz="950" dirty="0"/>
          </a:p>
        </p:txBody>
      </p:sp>
      <p:sp>
        <p:nvSpPr>
          <p:cNvPr id="18" name="Shape 14"/>
          <p:cNvSpPr/>
          <p:nvPr/>
        </p:nvSpPr>
        <p:spPr>
          <a:xfrm>
            <a:off x="6013252" y="2616994"/>
            <a:ext cx="2634555" cy="1403226"/>
          </a:xfrm>
          <a:prstGeom prst="roundRect">
            <a:avLst>
              <a:gd name="adj" fmla="val 4887"/>
            </a:avLst>
          </a:prstGeom>
          <a:solidFill>
            <a:srgbClr val="F5F5F5"/>
          </a:solidFill>
          <a:ln w="14288">
            <a:solidFill>
              <a:srgbClr val="948BE2"/>
            </a:solidFill>
            <a:prstDash val="solid"/>
          </a:ln>
        </p:spPr>
        <p:txBody>
          <a:bodyPr/>
          <a:lstStyle/>
          <a:p>
            <a:endParaRPr lang="en-IN"/>
          </a:p>
        </p:txBody>
      </p:sp>
      <p:sp>
        <p:nvSpPr>
          <p:cNvPr id="19" name="Shape 15"/>
          <p:cNvSpPr/>
          <p:nvPr/>
        </p:nvSpPr>
        <p:spPr>
          <a:xfrm>
            <a:off x="6013252" y="2602706"/>
            <a:ext cx="2634555" cy="57150"/>
          </a:xfrm>
          <a:prstGeom prst="roundRect">
            <a:avLst>
              <a:gd name="adj" fmla="val 195349"/>
            </a:avLst>
          </a:prstGeom>
          <a:solidFill>
            <a:srgbClr val="948BE2"/>
          </a:solidFill>
          <a:ln/>
        </p:spPr>
        <p:txBody>
          <a:bodyPr/>
          <a:lstStyle/>
          <a:p>
            <a:endParaRPr lang="en-IN"/>
          </a:p>
        </p:txBody>
      </p:sp>
      <p:sp>
        <p:nvSpPr>
          <p:cNvPr id="20" name="Shape 16"/>
          <p:cNvSpPr/>
          <p:nvPr/>
        </p:nvSpPr>
        <p:spPr>
          <a:xfrm>
            <a:off x="7144494" y="2430959"/>
            <a:ext cx="372070" cy="372070"/>
          </a:xfrm>
          <a:prstGeom prst="roundRect">
            <a:avLst>
              <a:gd name="adj" fmla="val 153600"/>
            </a:avLst>
          </a:prstGeom>
          <a:solidFill>
            <a:srgbClr val="948BE2"/>
          </a:solidFill>
          <a:ln/>
        </p:spPr>
        <p:txBody>
          <a:bodyPr/>
          <a:lstStyle/>
          <a:p>
            <a:endParaRPr lang="en-IN"/>
          </a:p>
        </p:txBody>
      </p:sp>
      <p:pic>
        <p:nvPicPr>
          <p:cNvPr id="21"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56115" y="2542580"/>
            <a:ext cx="148828" cy="148828"/>
          </a:xfrm>
          <a:prstGeom prst="rect">
            <a:avLst/>
          </a:prstGeom>
        </p:spPr>
      </p:pic>
      <p:sp>
        <p:nvSpPr>
          <p:cNvPr id="22" name="Text 17"/>
          <p:cNvSpPr/>
          <p:nvPr/>
        </p:nvSpPr>
        <p:spPr>
          <a:xfrm>
            <a:off x="6555209" y="2927077"/>
            <a:ext cx="1550566" cy="186035"/>
          </a:xfrm>
          <a:prstGeom prst="rect">
            <a:avLst/>
          </a:prstGeom>
          <a:noFill/>
          <a:ln/>
        </p:spPr>
        <p:txBody>
          <a:bodyPr wrap="none" lIns="0" tIns="0" rIns="0" bIns="0" rtlCol="0" anchor="t"/>
          <a:lstStyle/>
          <a:p>
            <a:pPr algn="ctr"/>
            <a:r>
              <a:rPr lang="en-IN" sz="1200" dirty="0"/>
              <a:t>Corporate recruiters</a:t>
            </a:r>
            <a:endParaRPr lang="en-US" sz="1200" dirty="0"/>
          </a:p>
        </p:txBody>
      </p:sp>
      <p:sp>
        <p:nvSpPr>
          <p:cNvPr id="23" name="Text 18"/>
          <p:cNvSpPr/>
          <p:nvPr/>
        </p:nvSpPr>
        <p:spPr>
          <a:xfrm>
            <a:off x="6151513" y="3187526"/>
            <a:ext cx="2358033" cy="694432"/>
          </a:xfrm>
          <a:prstGeom prst="rect">
            <a:avLst/>
          </a:prstGeom>
          <a:noFill/>
          <a:ln/>
        </p:spPr>
        <p:txBody>
          <a:bodyPr wrap="square" lIns="0" tIns="0" rIns="0" bIns="0" rtlCol="0" anchor="t">
            <a:normAutofit/>
          </a:bodyPr>
          <a:lstStyle/>
          <a:p>
            <a:pPr marL="0" indent="0" algn="ctr">
              <a:lnSpc>
                <a:spcPct val="117000"/>
              </a:lnSpc>
              <a:buNone/>
            </a:pPr>
            <a:endParaRPr lang="en-US" sz="950" dirty="0"/>
          </a:p>
        </p:txBody>
      </p:sp>
      <p:sp>
        <p:nvSpPr>
          <p:cNvPr id="24" name="Shape 4"/>
          <p:cNvSpPr/>
          <p:nvPr/>
        </p:nvSpPr>
        <p:spPr>
          <a:xfrm>
            <a:off x="496119" y="2616994"/>
            <a:ext cx="2634555" cy="1403226"/>
          </a:xfrm>
          <a:prstGeom prst="roundRect">
            <a:avLst>
              <a:gd name="adj" fmla="val 4887"/>
            </a:avLst>
          </a:prstGeom>
          <a:solidFill>
            <a:srgbClr val="F5F5F5"/>
          </a:solidFill>
          <a:ln w="14288">
            <a:solidFill>
              <a:srgbClr val="5678F0"/>
            </a:solidFill>
            <a:prstDash val="solid"/>
          </a:ln>
        </p:spPr>
        <p:txBody>
          <a:bodyPr/>
          <a:lstStyle/>
          <a:p>
            <a:endParaRPr lang="en-IN"/>
          </a:p>
        </p:txBody>
      </p:sp>
      <p:sp>
        <p:nvSpPr>
          <p:cNvPr id="25" name="Shape 5"/>
          <p:cNvSpPr/>
          <p:nvPr/>
        </p:nvSpPr>
        <p:spPr>
          <a:xfrm>
            <a:off x="496119" y="2602706"/>
            <a:ext cx="2634555" cy="57150"/>
          </a:xfrm>
          <a:prstGeom prst="roundRect">
            <a:avLst>
              <a:gd name="adj" fmla="val 195349"/>
            </a:avLst>
          </a:prstGeom>
          <a:solidFill>
            <a:srgbClr val="5678F0"/>
          </a:solidFill>
          <a:ln/>
        </p:spPr>
        <p:txBody>
          <a:bodyPr/>
          <a:lstStyle/>
          <a:p>
            <a:endParaRPr lang="en-IN"/>
          </a:p>
        </p:txBody>
      </p:sp>
      <p:sp>
        <p:nvSpPr>
          <p:cNvPr id="26" name="Shape 6"/>
          <p:cNvSpPr/>
          <p:nvPr/>
        </p:nvSpPr>
        <p:spPr>
          <a:xfrm>
            <a:off x="1627361" y="2430959"/>
            <a:ext cx="372070" cy="372070"/>
          </a:xfrm>
          <a:prstGeom prst="roundRect">
            <a:avLst>
              <a:gd name="adj" fmla="val 153600"/>
            </a:avLst>
          </a:prstGeom>
          <a:solidFill>
            <a:srgbClr val="5678F0"/>
          </a:solidFill>
          <a:ln/>
        </p:spPr>
        <p:txBody>
          <a:bodyPr/>
          <a:lstStyle/>
          <a:p>
            <a:endParaRPr lang="en-IN"/>
          </a:p>
        </p:txBody>
      </p:sp>
      <p:pic>
        <p:nvPicPr>
          <p:cNvPr id="27" name="Image 0"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738982" y="2542580"/>
            <a:ext cx="148828" cy="148828"/>
          </a:xfrm>
          <a:prstGeom prst="rect">
            <a:avLst/>
          </a:prstGeom>
        </p:spPr>
      </p:pic>
      <p:sp>
        <p:nvSpPr>
          <p:cNvPr id="28" name="Text 7"/>
          <p:cNvSpPr/>
          <p:nvPr/>
        </p:nvSpPr>
        <p:spPr>
          <a:xfrm>
            <a:off x="1038076" y="2927077"/>
            <a:ext cx="1550566" cy="186035"/>
          </a:xfrm>
          <a:prstGeom prst="rect">
            <a:avLst/>
          </a:prstGeom>
          <a:noFill/>
          <a:ln/>
        </p:spPr>
        <p:txBody>
          <a:bodyPr wrap="none" lIns="0" tIns="0" rIns="0" bIns="0" rtlCol="0" anchor="t"/>
          <a:lstStyle/>
          <a:p>
            <a:pPr algn="ctr"/>
            <a:r>
              <a:rPr lang="en-US" sz="1200" dirty="0"/>
              <a:t>Students &amp; </a:t>
            </a:r>
            <a:r>
              <a:rPr lang="en-IN" sz="1200" dirty="0"/>
              <a:t>Parents</a:t>
            </a:r>
          </a:p>
          <a:p>
            <a:pPr algn="ctr"/>
            <a:endParaRPr lang="en-US" sz="1200" dirty="0"/>
          </a:p>
          <a:p>
            <a:pPr marL="0" indent="0" algn="ctr">
              <a:lnSpc>
                <a:spcPct val="100000"/>
              </a:lnSpc>
              <a:buNone/>
            </a:pPr>
            <a:endParaRPr lang="en-US" sz="1200" dirty="0"/>
          </a:p>
        </p:txBody>
      </p:sp>
      <p:sp>
        <p:nvSpPr>
          <p:cNvPr id="29" name="Text 8"/>
          <p:cNvSpPr/>
          <p:nvPr/>
        </p:nvSpPr>
        <p:spPr>
          <a:xfrm>
            <a:off x="634380" y="3187526"/>
            <a:ext cx="2358033" cy="520824"/>
          </a:xfrm>
          <a:prstGeom prst="rect">
            <a:avLst/>
          </a:prstGeom>
          <a:noFill/>
          <a:ln/>
        </p:spPr>
        <p:txBody>
          <a:bodyPr wrap="square" lIns="0" tIns="0" rIns="0" bIns="0" rtlCol="0" anchor="t">
            <a:normAutofit/>
          </a:bodyPr>
          <a:lstStyle/>
          <a:p>
            <a:pPr marL="0" indent="0" algn="ctr">
              <a:lnSpc>
                <a:spcPct val="117000"/>
              </a:lnSpc>
              <a:buNone/>
            </a:pPr>
            <a:r>
              <a:rPr lang="en-US" sz="950" dirty="0">
                <a:solidFill>
                  <a:srgbClr val="303030"/>
                </a:solidFill>
                <a:latin typeface="Mona Sans" pitchFamily="34" charset="0"/>
                <a:ea typeface="Mona Sans" pitchFamily="34" charset="-122"/>
                <a:cs typeface="Mona Sans" pitchFamily="34" charset="-120"/>
              </a:rPr>
              <a:t>Students can get Carrier ready Skills &amp; Parents Can get Transparent Reports , Also Monitor of their children’s Academic Growth</a:t>
            </a:r>
            <a:endParaRPr lang="en-US" sz="950" dirty="0"/>
          </a:p>
        </p:txBody>
      </p:sp>
      <p:sp>
        <p:nvSpPr>
          <p:cNvPr id="30" name="Rectangle 29">
            <a:extLst>
              <a:ext uri="{FF2B5EF4-FFF2-40B4-BE49-F238E27FC236}">
                <a16:creationId xmlns:a16="http://schemas.microsoft.com/office/drawing/2014/main" id="{D8F00D42-0C04-096F-1C69-DF4505876A26}"/>
              </a:ext>
            </a:extLst>
          </p:cNvPr>
          <p:cNvSpPr/>
          <p:nvPr/>
        </p:nvSpPr>
        <p:spPr>
          <a:xfrm>
            <a:off x="8044815" y="4612005"/>
            <a:ext cx="1038225" cy="501015"/>
          </a:xfrm>
          <a:prstGeom prst="rect">
            <a:avLst/>
          </a:prstGeom>
          <a:solidFill>
            <a:srgbClr val="09122B"/>
          </a:solidFill>
          <a:ln>
            <a:solidFill>
              <a:srgbClr val="09122B"/>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31" name="Text 13">
            <a:extLst>
              <a:ext uri="{FF2B5EF4-FFF2-40B4-BE49-F238E27FC236}">
                <a16:creationId xmlns:a16="http://schemas.microsoft.com/office/drawing/2014/main" id="{09543BFF-0B3A-A6CB-F05A-124122418AE6}"/>
              </a:ext>
            </a:extLst>
          </p:cNvPr>
          <p:cNvSpPr/>
          <p:nvPr/>
        </p:nvSpPr>
        <p:spPr>
          <a:xfrm>
            <a:off x="6196881" y="3223380"/>
            <a:ext cx="2358107" cy="694432"/>
          </a:xfrm>
          <a:prstGeom prst="rect">
            <a:avLst/>
          </a:prstGeom>
          <a:noFill/>
          <a:ln/>
        </p:spPr>
        <p:txBody>
          <a:bodyPr wrap="square" lIns="0" tIns="0" rIns="0" bIns="0" rtlCol="0" anchor="t">
            <a:normAutofit/>
          </a:bodyPr>
          <a:lstStyle/>
          <a:p>
            <a:pPr marL="0" indent="0" algn="ctr">
              <a:lnSpc>
                <a:spcPct val="117000"/>
              </a:lnSpc>
              <a:buNone/>
            </a:pPr>
            <a:r>
              <a:rPr lang="en-US" sz="950" dirty="0">
                <a:solidFill>
                  <a:srgbClr val="303030"/>
                </a:solidFill>
                <a:latin typeface="Mona Sans" pitchFamily="34" charset="0"/>
              </a:rPr>
              <a:t>Recruiters Can Pick the students Skilled Students with prior Experience in the Industry By not Judging of Backlogs</a:t>
            </a:r>
            <a:endParaRPr lang="en-US" sz="950" dirty="0"/>
          </a:p>
        </p:txBody>
      </p:sp>
      <p:sp>
        <p:nvSpPr>
          <p:cNvPr id="32" name="Shape 14">
            <a:extLst>
              <a:ext uri="{FF2B5EF4-FFF2-40B4-BE49-F238E27FC236}">
                <a16:creationId xmlns:a16="http://schemas.microsoft.com/office/drawing/2014/main" id="{8AC9D09E-F792-AC3A-A2DA-C830725D0D17}"/>
              </a:ext>
            </a:extLst>
          </p:cNvPr>
          <p:cNvSpPr/>
          <p:nvPr/>
        </p:nvSpPr>
        <p:spPr>
          <a:xfrm>
            <a:off x="1887810" y="1652954"/>
            <a:ext cx="5256684" cy="422082"/>
          </a:xfrm>
          <a:prstGeom prst="roundRect">
            <a:avLst>
              <a:gd name="adj" fmla="val 17148"/>
            </a:avLst>
          </a:prstGeom>
          <a:solidFill>
            <a:srgbClr val="203876"/>
          </a:solidFill>
          <a:ln/>
        </p:spPr>
        <p:txBody>
          <a:bodyPr/>
          <a:lstStyle/>
          <a:p>
            <a:endParaRPr lang="en-IN" dirty="0"/>
          </a:p>
        </p:txBody>
      </p:sp>
      <p:sp>
        <p:nvSpPr>
          <p:cNvPr id="34" name="TextBox 33">
            <a:extLst>
              <a:ext uri="{FF2B5EF4-FFF2-40B4-BE49-F238E27FC236}">
                <a16:creationId xmlns:a16="http://schemas.microsoft.com/office/drawing/2014/main" id="{E507DBEB-D329-1EC4-F762-363F8D2EF2E7}"/>
              </a:ext>
            </a:extLst>
          </p:cNvPr>
          <p:cNvSpPr txBox="1"/>
          <p:nvPr/>
        </p:nvSpPr>
        <p:spPr>
          <a:xfrm>
            <a:off x="1999431" y="1676973"/>
            <a:ext cx="5440682" cy="369332"/>
          </a:xfrm>
          <a:prstGeom prst="rect">
            <a:avLst/>
          </a:prstGeom>
          <a:noFill/>
        </p:spPr>
        <p:txBody>
          <a:bodyPr wrap="square">
            <a:spAutoFit/>
          </a:bodyPr>
          <a:lstStyle/>
          <a:p>
            <a:r>
              <a:rPr lang="en-US" b="1" dirty="0">
                <a:solidFill>
                  <a:srgbClr val="DCE6F8"/>
                </a:solidFill>
              </a:rPr>
              <a:t>Three key stakeholders connected in one ecosystem</a:t>
            </a:r>
            <a:endParaRPr lang="en-IN" b="1" dirty="0">
              <a:solidFill>
                <a:srgbClr val="DCE6F8"/>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557883"/>
            <a:ext cx="8151763" cy="547018"/>
          </a:xfrm>
          <a:prstGeom prst="rect">
            <a:avLst/>
          </a:prstGeom>
          <a:noFill/>
          <a:ln/>
        </p:spPr>
        <p:txBody>
          <a:bodyPr wrap="square" lIns="0" tIns="0" rIns="0" bIns="0" rtlCol="0" anchor="t">
            <a:normAutofit/>
          </a:bodyPr>
          <a:lstStyle/>
          <a:p>
            <a:pPr>
              <a:lnSpc>
                <a:spcPct val="104000"/>
              </a:lnSpc>
            </a:pPr>
            <a:r>
              <a:rPr lang="en-US" sz="2400" b="1" dirty="0">
                <a:solidFill>
                  <a:srgbClr val="DCE6F8"/>
                </a:solidFill>
                <a:latin typeface="Mona Sans SemiBold" panose="020B0604020202020204" charset="0"/>
                <a:ea typeface="Ovo" pitchFamily="34" charset="-122"/>
                <a:cs typeface="Ovo" pitchFamily="34" charset="-120"/>
              </a:rPr>
              <a:t>Why this Startup can Realistically Work</a:t>
            </a:r>
            <a:endParaRPr lang="en-IN" b="1" dirty="0">
              <a:solidFill>
                <a:srgbClr val="DCE6F8"/>
              </a:solidFill>
              <a:latin typeface="Mona Sans SemiBold" panose="020B0604020202020204" charset="0"/>
            </a:endParaRPr>
          </a:p>
        </p:txBody>
      </p:sp>
      <p:sp>
        <p:nvSpPr>
          <p:cNvPr id="4" name="Shape 2"/>
          <p:cNvSpPr/>
          <p:nvPr/>
        </p:nvSpPr>
        <p:spPr>
          <a:xfrm>
            <a:off x="297180" y="2117451"/>
            <a:ext cx="4154730" cy="2468166"/>
          </a:xfrm>
          <a:prstGeom prst="roundRect">
            <a:avLst>
              <a:gd name="adj" fmla="val 2111"/>
            </a:avLst>
          </a:prstGeom>
          <a:solidFill>
            <a:srgbClr val="694279"/>
          </a:solidFill>
          <a:ln w="4763">
            <a:solidFill>
              <a:srgbClr val="4A235A"/>
            </a:solidFill>
            <a:prstDash val="solid"/>
          </a:ln>
        </p:spPr>
        <p:txBody>
          <a:bodyPr/>
          <a:lstStyle/>
          <a:p>
            <a:endParaRPr lang="en-IN" dirty="0"/>
          </a:p>
        </p:txBody>
      </p:sp>
      <p:sp>
        <p:nvSpPr>
          <p:cNvPr id="5" name="Shape 3"/>
          <p:cNvSpPr/>
          <p:nvPr/>
        </p:nvSpPr>
        <p:spPr>
          <a:xfrm>
            <a:off x="390822" y="2246188"/>
            <a:ext cx="372070" cy="372070"/>
          </a:xfrm>
          <a:prstGeom prst="roundRect">
            <a:avLst>
              <a:gd name="adj" fmla="val 15358477"/>
            </a:avLst>
          </a:prstGeom>
          <a:solidFill>
            <a:srgbClr val="4A235A"/>
          </a:solidFill>
          <a:ln/>
        </p:spPr>
        <p:txBody>
          <a:bodyPr/>
          <a:lstStyle/>
          <a:p>
            <a:endParaRPr lang="en-IN"/>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2348433"/>
            <a:ext cx="167432" cy="167432"/>
          </a:xfrm>
          <a:prstGeom prst="rect">
            <a:avLst/>
          </a:prstGeom>
        </p:spPr>
      </p:pic>
      <p:sp>
        <p:nvSpPr>
          <p:cNvPr id="7" name="Text 4"/>
          <p:cNvSpPr/>
          <p:nvPr/>
        </p:nvSpPr>
        <p:spPr>
          <a:xfrm>
            <a:off x="865212" y="2315237"/>
            <a:ext cx="2605282" cy="312559"/>
          </a:xfrm>
          <a:prstGeom prst="rect">
            <a:avLst/>
          </a:prstGeom>
          <a:noFill/>
          <a:ln/>
        </p:spPr>
        <p:txBody>
          <a:bodyPr wrap="none" lIns="0" tIns="0" rIns="0" bIns="0" rtlCol="0" anchor="t"/>
          <a:lstStyle/>
          <a:p>
            <a:pPr marL="0" indent="0" algn="l">
              <a:lnSpc>
                <a:spcPct val="104000"/>
              </a:lnSpc>
              <a:buNone/>
            </a:pPr>
            <a:r>
              <a:rPr lang="en-US" sz="1450" dirty="0">
                <a:solidFill>
                  <a:srgbClr val="EED8DD"/>
                </a:solidFill>
                <a:latin typeface="Ovo" pitchFamily="34" charset="0"/>
                <a:ea typeface="Ovo" pitchFamily="34" charset="-122"/>
                <a:cs typeface="Ovo" pitchFamily="34" charset="-120"/>
              </a:rPr>
              <a:t>The Pre Existence of Demand</a:t>
            </a:r>
            <a:endParaRPr lang="en-US" sz="1450" dirty="0"/>
          </a:p>
        </p:txBody>
      </p:sp>
      <p:sp>
        <p:nvSpPr>
          <p:cNvPr id="8" name="Text 5"/>
          <p:cNvSpPr/>
          <p:nvPr/>
        </p:nvSpPr>
        <p:spPr>
          <a:xfrm>
            <a:off x="418973" y="2926961"/>
            <a:ext cx="4009131" cy="1407691"/>
          </a:xfrm>
          <a:prstGeom prst="rect">
            <a:avLst/>
          </a:prstGeom>
          <a:noFill/>
          <a:ln/>
        </p:spPr>
        <p:txBody>
          <a:bodyPr wrap="square" lIns="0" tIns="0" rIns="0" bIns="0" rtlCol="0" anchor="t">
            <a:normAutofit fontScale="85000" lnSpcReduction="10000"/>
          </a:bodyPr>
          <a:lstStyle/>
          <a:p>
            <a:pPr>
              <a:lnSpc>
                <a:spcPct val="133000"/>
              </a:lnSpc>
              <a:buSzPct val="100000"/>
            </a:pPr>
            <a:r>
              <a:rPr lang="en-IN" dirty="0">
                <a:solidFill>
                  <a:srgbClr val="DCE6F8"/>
                </a:solidFill>
              </a:rPr>
              <a:t>• Companies want skilled candidates</a:t>
            </a:r>
            <a:br>
              <a:rPr lang="en-IN" dirty="0">
                <a:solidFill>
                  <a:srgbClr val="DCE6F8"/>
                </a:solidFill>
              </a:rPr>
            </a:br>
            <a:r>
              <a:rPr lang="en-IN" dirty="0">
                <a:solidFill>
                  <a:srgbClr val="DCE6F8"/>
                </a:solidFill>
              </a:rPr>
              <a:t>• Tier 2 &amp; Tier 3 students need opportunities</a:t>
            </a:r>
            <a:br>
              <a:rPr lang="en-IN" dirty="0">
                <a:solidFill>
                  <a:srgbClr val="DCE6F8"/>
                </a:solidFill>
              </a:rPr>
            </a:br>
            <a:r>
              <a:rPr lang="en-IN" dirty="0">
                <a:solidFill>
                  <a:srgbClr val="DCE6F8"/>
                </a:solidFill>
              </a:rPr>
              <a:t>• AI and tech industries are growing rapidly</a:t>
            </a:r>
            <a:br>
              <a:rPr lang="en-IN" dirty="0">
                <a:solidFill>
                  <a:srgbClr val="DCE6F8"/>
                </a:solidFill>
              </a:rPr>
            </a:br>
            <a:r>
              <a:rPr lang="en-IN" dirty="0">
                <a:solidFill>
                  <a:srgbClr val="DCE6F8"/>
                </a:solidFill>
              </a:rPr>
              <a:t>• Traditional education alone is no longer enough</a:t>
            </a:r>
          </a:p>
        </p:txBody>
      </p:sp>
      <p:sp>
        <p:nvSpPr>
          <p:cNvPr id="9" name="Shape 6"/>
          <p:cNvSpPr/>
          <p:nvPr/>
        </p:nvSpPr>
        <p:spPr>
          <a:xfrm>
            <a:off x="4633987" y="2117452"/>
            <a:ext cx="4013895" cy="2468166"/>
          </a:xfrm>
          <a:prstGeom prst="roundRect">
            <a:avLst>
              <a:gd name="adj" fmla="val 2111"/>
            </a:avLst>
          </a:prstGeom>
          <a:solidFill>
            <a:srgbClr val="694279"/>
          </a:solidFill>
          <a:ln w="4763">
            <a:solidFill>
              <a:srgbClr val="4A235A"/>
            </a:solidFill>
            <a:prstDash val="solid"/>
          </a:ln>
        </p:spPr>
        <p:txBody>
          <a:bodyPr/>
          <a:lstStyle/>
          <a:p>
            <a:endParaRPr lang="en-IN"/>
          </a:p>
        </p:txBody>
      </p:sp>
      <p:sp>
        <p:nvSpPr>
          <p:cNvPr id="10" name="Shape 7"/>
          <p:cNvSpPr/>
          <p:nvPr/>
        </p:nvSpPr>
        <p:spPr>
          <a:xfrm>
            <a:off x="4762723" y="2246188"/>
            <a:ext cx="372070" cy="372070"/>
          </a:xfrm>
          <a:prstGeom prst="roundRect">
            <a:avLst>
              <a:gd name="adj" fmla="val 15358477"/>
            </a:avLst>
          </a:prstGeom>
          <a:solidFill>
            <a:srgbClr val="4A235A"/>
          </a:solidFill>
          <a:ln/>
        </p:spPr>
        <p:txBody>
          <a:bodyPr/>
          <a:lstStyle/>
          <a:p>
            <a:endParaRPr lang="en-IN"/>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65043" y="2348433"/>
            <a:ext cx="167432" cy="167432"/>
          </a:xfrm>
          <a:prstGeom prst="rect">
            <a:avLst/>
          </a:prstGeom>
        </p:spPr>
      </p:pic>
      <p:sp>
        <p:nvSpPr>
          <p:cNvPr id="12" name="Text 8"/>
          <p:cNvSpPr/>
          <p:nvPr/>
        </p:nvSpPr>
        <p:spPr>
          <a:xfrm>
            <a:off x="5210683" y="2282273"/>
            <a:ext cx="3206144" cy="372070"/>
          </a:xfrm>
          <a:prstGeom prst="rect">
            <a:avLst/>
          </a:prstGeom>
          <a:noFill/>
          <a:ln/>
        </p:spPr>
        <p:txBody>
          <a:bodyPr wrap="none" lIns="0" tIns="0" rIns="0" bIns="0" rtlCol="0" anchor="t"/>
          <a:lstStyle/>
          <a:p>
            <a:pPr>
              <a:lnSpc>
                <a:spcPct val="104000"/>
              </a:lnSpc>
            </a:pPr>
            <a:r>
              <a:rPr lang="en-IN" dirty="0">
                <a:solidFill>
                  <a:srgbClr val="DCE6F8"/>
                </a:solidFill>
              </a:rPr>
              <a:t> </a:t>
            </a:r>
            <a:r>
              <a:rPr lang="en-IN" dirty="0">
                <a:solidFill>
                  <a:srgbClr val="EED8DD"/>
                </a:solidFill>
              </a:rPr>
              <a:t>NexGenU is entering the market</a:t>
            </a:r>
            <a:r>
              <a:rPr lang="en-US" sz="1450" dirty="0">
                <a:solidFill>
                  <a:srgbClr val="EED8DD"/>
                </a:solidFill>
                <a:latin typeface="Ovo" pitchFamily="34" charset="0"/>
                <a:ea typeface="Ovo" pitchFamily="34" charset="-122"/>
                <a:cs typeface="Ovo" pitchFamily="34" charset="-120"/>
              </a:rPr>
              <a:t> </a:t>
            </a:r>
            <a:endParaRPr lang="en-US" sz="1450" dirty="0">
              <a:solidFill>
                <a:srgbClr val="EED8DD"/>
              </a:solidFill>
            </a:endParaRPr>
          </a:p>
        </p:txBody>
      </p:sp>
      <p:sp>
        <p:nvSpPr>
          <p:cNvPr id="13" name="Text 9"/>
          <p:cNvSpPr/>
          <p:nvPr/>
        </p:nvSpPr>
        <p:spPr>
          <a:xfrm>
            <a:off x="4762723" y="2783079"/>
            <a:ext cx="3756422" cy="1456886"/>
          </a:xfrm>
          <a:prstGeom prst="rect">
            <a:avLst/>
          </a:prstGeom>
          <a:noFill/>
          <a:ln/>
        </p:spPr>
        <p:txBody>
          <a:bodyPr wrap="square" lIns="0" tIns="0" rIns="0" bIns="0" rtlCol="0" anchor="t">
            <a:normAutofit fontScale="92500" lnSpcReduction="10000"/>
          </a:bodyPr>
          <a:lstStyle/>
          <a:p>
            <a:pPr marL="0" indent="0" algn="l">
              <a:lnSpc>
                <a:spcPct val="133000"/>
              </a:lnSpc>
              <a:buNone/>
            </a:pPr>
            <a:r>
              <a:rPr lang="en-US" sz="100" b="1" dirty="0">
                <a:solidFill>
                  <a:srgbClr val="DCE6F8"/>
                </a:solidFill>
                <a:latin typeface="Ovo" pitchFamily="34" charset="0"/>
                <a:ea typeface="Ovo" pitchFamily="34" charset="-122"/>
                <a:cs typeface="Ovo" pitchFamily="34" charset="-120"/>
              </a:rPr>
              <a:t> </a:t>
            </a:r>
          </a:p>
          <a:p>
            <a:pPr>
              <a:lnSpc>
                <a:spcPct val="133000"/>
              </a:lnSpc>
            </a:pPr>
            <a:r>
              <a:rPr lang="en-IN" sz="1600" dirty="0">
                <a:solidFill>
                  <a:srgbClr val="DCE6F8"/>
                </a:solidFill>
              </a:rPr>
              <a:t>• A practical approach</a:t>
            </a:r>
            <a:br>
              <a:rPr lang="en-IN" sz="1600" dirty="0">
                <a:solidFill>
                  <a:srgbClr val="DCE6F8"/>
                </a:solidFill>
              </a:rPr>
            </a:br>
            <a:r>
              <a:rPr lang="en-IN" sz="1600" dirty="0">
                <a:solidFill>
                  <a:srgbClr val="DCE6F8"/>
                </a:solidFill>
              </a:rPr>
              <a:t>• A student-first ecosystem</a:t>
            </a:r>
            <a:br>
              <a:rPr lang="en-IN" sz="1600" dirty="0">
                <a:solidFill>
                  <a:srgbClr val="DCE6F8"/>
                </a:solidFill>
              </a:rPr>
            </a:br>
            <a:r>
              <a:rPr lang="en-IN" sz="1600" dirty="0">
                <a:solidFill>
                  <a:srgbClr val="DCE6F8"/>
                </a:solidFill>
              </a:rPr>
              <a:t>• Affordable access</a:t>
            </a:r>
            <a:br>
              <a:rPr lang="en-IN" sz="1600" dirty="0">
                <a:solidFill>
                  <a:srgbClr val="DCE6F8"/>
                </a:solidFill>
              </a:rPr>
            </a:br>
            <a:r>
              <a:rPr lang="en-IN" sz="1600" dirty="0">
                <a:solidFill>
                  <a:srgbClr val="DCE6F8"/>
                </a:solidFill>
              </a:rPr>
              <a:t>• Real implementation focus</a:t>
            </a:r>
            <a:br>
              <a:rPr lang="en-IN" sz="1600" dirty="0">
                <a:solidFill>
                  <a:srgbClr val="DCE6F8"/>
                </a:solidFill>
              </a:rPr>
            </a:br>
            <a:r>
              <a:rPr lang="en-IN" sz="1600" dirty="0">
                <a:solidFill>
                  <a:srgbClr val="DCE6F8"/>
                </a:solidFill>
              </a:rPr>
              <a:t>• Long-term career development </a:t>
            </a:r>
            <a:endParaRPr lang="en-US" sz="900" dirty="0">
              <a:solidFill>
                <a:srgbClr val="DCE6F8"/>
              </a:solidFill>
            </a:endParaRPr>
          </a:p>
        </p:txBody>
      </p:sp>
      <p:sp>
        <p:nvSpPr>
          <p:cNvPr id="14" name="Rectangle 13">
            <a:extLst>
              <a:ext uri="{FF2B5EF4-FFF2-40B4-BE49-F238E27FC236}">
                <a16:creationId xmlns:a16="http://schemas.microsoft.com/office/drawing/2014/main" id="{A81D8468-970D-1003-E85E-0046BFF6E68D}"/>
              </a:ext>
            </a:extLst>
          </p:cNvPr>
          <p:cNvSpPr/>
          <p:nvPr/>
        </p:nvSpPr>
        <p:spPr>
          <a:xfrm>
            <a:off x="8044815" y="4612005"/>
            <a:ext cx="1038225" cy="501015"/>
          </a:xfrm>
          <a:prstGeom prst="rect">
            <a:avLst/>
          </a:prstGeom>
          <a:solidFill>
            <a:srgbClr val="09122B"/>
          </a:solidFill>
          <a:ln>
            <a:solidFill>
              <a:srgbClr val="09122B"/>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96117" y="389037"/>
            <a:ext cx="6610739" cy="486743"/>
          </a:xfrm>
          <a:prstGeom prst="roundRect">
            <a:avLst>
              <a:gd name="adj" fmla="val 41863"/>
            </a:avLst>
          </a:prstGeom>
          <a:solidFill>
            <a:srgbClr val="5678F0"/>
          </a:solidFill>
          <a:ln/>
        </p:spPr>
        <p:txBody>
          <a:bodyPr/>
          <a:lstStyle/>
          <a:p>
            <a:endParaRPr lang="en-IN"/>
          </a:p>
        </p:txBody>
      </p:sp>
      <p:sp>
        <p:nvSpPr>
          <p:cNvPr id="3" name="Text 1"/>
          <p:cNvSpPr/>
          <p:nvPr/>
        </p:nvSpPr>
        <p:spPr>
          <a:xfrm>
            <a:off x="570532" y="426244"/>
            <a:ext cx="7855838" cy="404574"/>
          </a:xfrm>
          <a:prstGeom prst="rect">
            <a:avLst/>
          </a:prstGeom>
          <a:noFill/>
          <a:ln/>
        </p:spPr>
        <p:txBody>
          <a:bodyPr wrap="none" lIns="0" tIns="0" rIns="0" bIns="0" rtlCol="0" anchor="t"/>
          <a:lstStyle/>
          <a:p>
            <a:pPr marL="0" indent="0" algn="l">
              <a:lnSpc>
                <a:spcPct val="117000"/>
              </a:lnSpc>
              <a:buNone/>
            </a:pPr>
            <a:r>
              <a:rPr lang="en-US" sz="2400" dirty="0">
                <a:solidFill>
                  <a:srgbClr val="FFFFFF"/>
                </a:solidFill>
                <a:latin typeface="Mona Sans" pitchFamily="34" charset="0"/>
                <a:ea typeface="Mona Sans" pitchFamily="34" charset="-122"/>
                <a:cs typeface="Mona Sans" pitchFamily="34" charset="-120"/>
              </a:rPr>
              <a:t>  FUNCTIONING OF THE BUSINESS MODEL</a:t>
            </a:r>
            <a:endParaRPr lang="en-US" sz="2400" dirty="0"/>
          </a:p>
        </p:txBody>
      </p:sp>
      <p:sp>
        <p:nvSpPr>
          <p:cNvPr id="5" name="Text 3"/>
          <p:cNvSpPr/>
          <p:nvPr/>
        </p:nvSpPr>
        <p:spPr>
          <a:xfrm>
            <a:off x="496119" y="1210047"/>
            <a:ext cx="8151763" cy="347216"/>
          </a:xfrm>
          <a:prstGeom prst="rect">
            <a:avLst/>
          </a:prstGeom>
          <a:noFill/>
          <a:ln/>
        </p:spPr>
        <p:txBody>
          <a:bodyPr wrap="square" lIns="0" tIns="0" rIns="0" bIns="0" rtlCol="0" anchor="t">
            <a:normAutofit/>
          </a:bodyPr>
          <a:lstStyle/>
          <a:p>
            <a:pPr marL="0" indent="0" algn="l">
              <a:lnSpc>
                <a:spcPct val="117000"/>
              </a:lnSpc>
              <a:buNone/>
            </a:pPr>
            <a:endParaRPr lang="en-US" sz="950" dirty="0"/>
          </a:p>
        </p:txBody>
      </p:sp>
      <p:pic>
        <p:nvPicPr>
          <p:cNvPr id="6" name="Image 0" descr="preencoded.png"/>
          <p:cNvPicPr>
            <a:picLocks noChangeAspect="1"/>
          </p:cNvPicPr>
          <p:nvPr/>
        </p:nvPicPr>
        <p:blipFill>
          <a:blip r:embed="rId3"/>
          <a:stretch>
            <a:fillRect/>
          </a:stretch>
        </p:blipFill>
        <p:spPr>
          <a:xfrm>
            <a:off x="496119" y="1696789"/>
            <a:ext cx="8151763" cy="2570931"/>
          </a:xfrm>
          <a:prstGeom prst="rect">
            <a:avLst/>
          </a:prstGeom>
        </p:spPr>
      </p:pic>
      <p:sp>
        <p:nvSpPr>
          <p:cNvPr id="7" name="Text 4"/>
          <p:cNvSpPr/>
          <p:nvPr/>
        </p:nvSpPr>
        <p:spPr>
          <a:xfrm>
            <a:off x="962489" y="2793236"/>
            <a:ext cx="1427779" cy="423263"/>
          </a:xfrm>
          <a:prstGeom prst="rect">
            <a:avLst/>
          </a:prstGeom>
          <a:noFill/>
          <a:ln/>
        </p:spPr>
        <p:txBody>
          <a:bodyPr wrap="square" lIns="0" tIns="0" rIns="0" bIns="0" rtlCol="0" anchor="t">
            <a:normAutofit lnSpcReduction="10000"/>
          </a:bodyPr>
          <a:lstStyle/>
          <a:p>
            <a:pPr algn="ctr"/>
            <a:r>
              <a:rPr lang="en-IN" sz="1400" dirty="0">
                <a:solidFill>
                  <a:srgbClr val="DCE6F8"/>
                </a:solidFill>
              </a:rPr>
              <a:t>Monthly student subscription</a:t>
            </a:r>
            <a:endParaRPr lang="en-US" sz="1350" dirty="0">
              <a:solidFill>
                <a:srgbClr val="DCE6F8"/>
              </a:solidFill>
            </a:endParaRPr>
          </a:p>
        </p:txBody>
      </p:sp>
      <p:sp>
        <p:nvSpPr>
          <p:cNvPr id="9" name="Text 6"/>
          <p:cNvSpPr/>
          <p:nvPr/>
        </p:nvSpPr>
        <p:spPr>
          <a:xfrm>
            <a:off x="2794566" y="2781957"/>
            <a:ext cx="1656379" cy="380153"/>
          </a:xfrm>
          <a:prstGeom prst="rect">
            <a:avLst/>
          </a:prstGeom>
          <a:noFill/>
          <a:ln/>
        </p:spPr>
        <p:txBody>
          <a:bodyPr wrap="none" lIns="0" tIns="0" rIns="0" bIns="0" rtlCol="0" anchor="t"/>
          <a:lstStyle/>
          <a:p>
            <a:pPr algn="ctr"/>
            <a:r>
              <a:rPr lang="en-IN" sz="1400" dirty="0">
                <a:solidFill>
                  <a:srgbClr val="DCE6F8"/>
                </a:solidFill>
              </a:rPr>
              <a:t>College partnership</a:t>
            </a:r>
          </a:p>
          <a:p>
            <a:pPr algn="ctr"/>
            <a:r>
              <a:rPr lang="en-IN" sz="1400" dirty="0">
                <a:solidFill>
                  <a:srgbClr val="DCE6F8"/>
                </a:solidFill>
              </a:rPr>
              <a:t> programs</a:t>
            </a:r>
          </a:p>
        </p:txBody>
      </p:sp>
      <p:sp>
        <p:nvSpPr>
          <p:cNvPr id="11" name="Text 8"/>
          <p:cNvSpPr/>
          <p:nvPr/>
        </p:nvSpPr>
        <p:spPr>
          <a:xfrm>
            <a:off x="4811050" y="2787593"/>
            <a:ext cx="1427779" cy="423263"/>
          </a:xfrm>
          <a:prstGeom prst="rect">
            <a:avLst/>
          </a:prstGeom>
          <a:noFill/>
          <a:ln/>
        </p:spPr>
        <p:txBody>
          <a:bodyPr wrap="square" lIns="0" tIns="0" rIns="0" bIns="0" rtlCol="0" anchor="t">
            <a:normAutofit lnSpcReduction="10000"/>
          </a:bodyPr>
          <a:lstStyle/>
          <a:p>
            <a:pPr algn="ctr"/>
            <a:r>
              <a:rPr lang="en-IN" sz="1400" dirty="0">
                <a:solidFill>
                  <a:srgbClr val="DCE6F8"/>
                </a:solidFill>
              </a:rPr>
              <a:t>Recruiter hiring subscriptions</a:t>
            </a:r>
            <a:endParaRPr lang="en-US" sz="1350" dirty="0">
              <a:solidFill>
                <a:srgbClr val="DCE6F8"/>
              </a:solidFill>
            </a:endParaRPr>
          </a:p>
        </p:txBody>
      </p:sp>
      <p:sp>
        <p:nvSpPr>
          <p:cNvPr id="13" name="Text 10"/>
          <p:cNvSpPr/>
          <p:nvPr/>
        </p:nvSpPr>
        <p:spPr>
          <a:xfrm>
            <a:off x="6749392" y="2793236"/>
            <a:ext cx="1427779" cy="423263"/>
          </a:xfrm>
          <a:prstGeom prst="rect">
            <a:avLst/>
          </a:prstGeom>
          <a:noFill/>
          <a:ln/>
        </p:spPr>
        <p:txBody>
          <a:bodyPr wrap="square" lIns="0" tIns="0" rIns="0" bIns="0" rtlCol="0" anchor="t">
            <a:normAutofit lnSpcReduction="10000"/>
          </a:bodyPr>
          <a:lstStyle/>
          <a:p>
            <a:pPr algn="ctr"/>
            <a:r>
              <a:rPr lang="en-IN" sz="1400" dirty="0">
                <a:solidFill>
                  <a:srgbClr val="DCE6F8"/>
                </a:solidFill>
              </a:rPr>
              <a:t>Certification and Training programs</a:t>
            </a:r>
            <a:endParaRPr lang="en-US" sz="1350" dirty="0">
              <a:solidFill>
                <a:srgbClr val="DCE6F8"/>
              </a:solidFill>
            </a:endParaRPr>
          </a:p>
        </p:txBody>
      </p:sp>
      <p:sp>
        <p:nvSpPr>
          <p:cNvPr id="16" name="Rectangle 15">
            <a:extLst>
              <a:ext uri="{FF2B5EF4-FFF2-40B4-BE49-F238E27FC236}">
                <a16:creationId xmlns:a16="http://schemas.microsoft.com/office/drawing/2014/main" id="{09DB9BD4-8875-C476-C21E-C3898289D090}"/>
              </a:ext>
            </a:extLst>
          </p:cNvPr>
          <p:cNvSpPr/>
          <p:nvPr/>
        </p:nvSpPr>
        <p:spPr>
          <a:xfrm>
            <a:off x="8044815" y="4612005"/>
            <a:ext cx="1038225" cy="501015"/>
          </a:xfrm>
          <a:prstGeom prst="rect">
            <a:avLst/>
          </a:prstGeom>
          <a:solidFill>
            <a:srgbClr val="09122B"/>
          </a:solidFill>
          <a:ln>
            <a:solidFill>
              <a:srgbClr val="09122B"/>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96119" y="533698"/>
            <a:ext cx="934938" cy="232395"/>
          </a:xfrm>
          <a:prstGeom prst="roundRect">
            <a:avLst>
              <a:gd name="adj" fmla="val 43922"/>
            </a:avLst>
          </a:prstGeom>
          <a:solidFill>
            <a:srgbClr val="0B1B42"/>
          </a:solidFill>
          <a:ln/>
        </p:spPr>
        <p:txBody>
          <a:bodyPr/>
          <a:lstStyle/>
          <a:p>
            <a:endParaRPr lang="en-IN"/>
          </a:p>
        </p:txBody>
      </p:sp>
      <p:sp>
        <p:nvSpPr>
          <p:cNvPr id="3" name="Text 1"/>
          <p:cNvSpPr/>
          <p:nvPr/>
        </p:nvSpPr>
        <p:spPr>
          <a:xfrm>
            <a:off x="581174" y="576188"/>
            <a:ext cx="1222028" cy="147414"/>
          </a:xfrm>
          <a:prstGeom prst="rect">
            <a:avLst/>
          </a:prstGeom>
          <a:noFill/>
          <a:ln/>
        </p:spPr>
        <p:txBody>
          <a:bodyPr wrap="none" lIns="0" tIns="0" rIns="0" bIns="0" rtlCol="0" anchor="t"/>
          <a:lstStyle/>
          <a:p>
            <a:pPr marL="0" indent="0" algn="l">
              <a:lnSpc>
                <a:spcPct val="108000"/>
              </a:lnSpc>
              <a:buNone/>
            </a:pPr>
            <a:endParaRPr lang="en-US" sz="850" dirty="0"/>
          </a:p>
        </p:txBody>
      </p:sp>
      <p:sp>
        <p:nvSpPr>
          <p:cNvPr id="4" name="Text 2"/>
          <p:cNvSpPr/>
          <p:nvPr/>
        </p:nvSpPr>
        <p:spPr>
          <a:xfrm>
            <a:off x="532764" y="391639"/>
            <a:ext cx="4994276" cy="609775"/>
          </a:xfrm>
          <a:prstGeom prst="rect">
            <a:avLst/>
          </a:prstGeom>
          <a:noFill/>
          <a:ln/>
        </p:spPr>
        <p:txBody>
          <a:bodyPr wrap="none" lIns="0" tIns="0" rIns="0" bIns="0" rtlCol="0" anchor="t"/>
          <a:lstStyle/>
          <a:p>
            <a:pPr marL="0" indent="0" algn="l">
              <a:lnSpc>
                <a:spcPct val="100000"/>
              </a:lnSpc>
              <a:buNone/>
            </a:pPr>
            <a:r>
              <a:rPr lang="en-US" sz="3600" b="1" dirty="0">
                <a:solidFill>
                  <a:srgbClr val="DCE6F8"/>
                </a:solidFill>
                <a:latin typeface="Schibsted Grotesk" pitchFamily="34" charset="0"/>
                <a:cs typeface="Schibsted Grotesk" pitchFamily="34" charset="-120"/>
              </a:rPr>
              <a:t>Journey of the Student</a:t>
            </a:r>
            <a:endParaRPr lang="en-US" sz="3600" b="1" dirty="0"/>
          </a:p>
        </p:txBody>
      </p:sp>
      <p:sp>
        <p:nvSpPr>
          <p:cNvPr id="5" name="Text 3"/>
          <p:cNvSpPr/>
          <p:nvPr/>
        </p:nvSpPr>
        <p:spPr>
          <a:xfrm>
            <a:off x="496119" y="1503164"/>
            <a:ext cx="8151763" cy="368498"/>
          </a:xfrm>
          <a:prstGeom prst="rect">
            <a:avLst/>
          </a:prstGeom>
          <a:noFill/>
          <a:ln/>
        </p:spPr>
        <p:txBody>
          <a:bodyPr wrap="square" lIns="0" tIns="0" rIns="0" bIns="0" rtlCol="0" anchor="t">
            <a:normAutofit fontScale="77500" lnSpcReduction="20000"/>
          </a:bodyPr>
          <a:lstStyle/>
          <a:p>
            <a:r>
              <a:rPr lang="en-IN" dirty="0">
                <a:solidFill>
                  <a:srgbClr val="DCE6F8"/>
                </a:solidFill>
              </a:rPr>
              <a:t>We are building opportunities, careers, innovation, and a future-ready ecosystem for the next generation of students.</a:t>
            </a:r>
          </a:p>
        </p:txBody>
      </p:sp>
      <p:pic>
        <p:nvPicPr>
          <p:cNvPr id="6" name="Image 0" descr="preencoded.png"/>
          <p:cNvPicPr>
            <a:picLocks noChangeAspect="1"/>
          </p:cNvPicPr>
          <p:nvPr/>
        </p:nvPicPr>
        <p:blipFill>
          <a:blip r:embed="rId3"/>
          <a:stretch>
            <a:fillRect/>
          </a:stretch>
        </p:blipFill>
        <p:spPr>
          <a:xfrm>
            <a:off x="496118" y="2077555"/>
            <a:ext cx="8151763" cy="2234878"/>
          </a:xfrm>
          <a:prstGeom prst="rect">
            <a:avLst/>
          </a:prstGeom>
        </p:spPr>
      </p:pic>
      <p:sp>
        <p:nvSpPr>
          <p:cNvPr id="7" name="Text 4"/>
          <p:cNvSpPr/>
          <p:nvPr/>
        </p:nvSpPr>
        <p:spPr>
          <a:xfrm>
            <a:off x="1377028" y="2651895"/>
            <a:ext cx="1460450" cy="469501"/>
          </a:xfrm>
          <a:prstGeom prst="rect">
            <a:avLst/>
          </a:prstGeom>
          <a:noFill/>
          <a:ln/>
        </p:spPr>
        <p:txBody>
          <a:bodyPr wrap="none" lIns="0" tIns="0" rIns="0" bIns="0" rtlCol="0" anchor="t"/>
          <a:lstStyle/>
          <a:p>
            <a:pPr marL="0" indent="0" algn="ctr">
              <a:lnSpc>
                <a:spcPct val="100000"/>
              </a:lnSpc>
              <a:buNone/>
            </a:pPr>
            <a:r>
              <a:rPr lang="en-US" sz="1500" dirty="0">
                <a:solidFill>
                  <a:srgbClr val="DCE6F8"/>
                </a:solidFill>
                <a:latin typeface="Schibsted Grotesk" pitchFamily="34" charset="0"/>
                <a:ea typeface="Schibsted Grotesk" pitchFamily="34" charset="-122"/>
                <a:cs typeface="Schibsted Grotesk" pitchFamily="34" charset="-120"/>
              </a:rPr>
              <a:t>Foundation </a:t>
            </a:r>
          </a:p>
          <a:p>
            <a:pPr marL="0" indent="0" algn="ctr">
              <a:lnSpc>
                <a:spcPct val="100000"/>
              </a:lnSpc>
              <a:buNone/>
            </a:pPr>
            <a:r>
              <a:rPr lang="en-US" sz="1500" dirty="0">
                <a:solidFill>
                  <a:srgbClr val="DCE6F8"/>
                </a:solidFill>
                <a:latin typeface="Schibsted Grotesk" pitchFamily="34" charset="0"/>
                <a:ea typeface="Schibsted Grotesk" pitchFamily="34" charset="-122"/>
                <a:cs typeface="Schibsted Grotesk" pitchFamily="34" charset="-120"/>
              </a:rPr>
              <a:t>Phase</a:t>
            </a:r>
            <a:endParaRPr lang="en-US" sz="1500" dirty="0"/>
          </a:p>
        </p:txBody>
      </p:sp>
      <p:sp>
        <p:nvSpPr>
          <p:cNvPr id="8" name="Text 5"/>
          <p:cNvSpPr/>
          <p:nvPr/>
        </p:nvSpPr>
        <p:spPr>
          <a:xfrm>
            <a:off x="1478791" y="3234442"/>
            <a:ext cx="1231850" cy="251555"/>
          </a:xfrm>
          <a:prstGeom prst="rect">
            <a:avLst/>
          </a:prstGeom>
          <a:noFill/>
          <a:ln/>
        </p:spPr>
        <p:txBody>
          <a:bodyPr wrap="square" lIns="0" tIns="0" rIns="0" bIns="0" rtlCol="0" anchor="t">
            <a:normAutofit/>
          </a:bodyPr>
          <a:lstStyle/>
          <a:p>
            <a:pPr marL="0" indent="0" algn="ctr">
              <a:lnSpc>
                <a:spcPct val="104000"/>
              </a:lnSpc>
              <a:buNone/>
            </a:pPr>
            <a:r>
              <a:rPr lang="en-US" sz="1100" dirty="0">
                <a:solidFill>
                  <a:srgbClr val="DCE6F8"/>
                </a:solidFill>
                <a:latin typeface="Schibsted Grotesk" pitchFamily="34" charset="0"/>
                <a:cs typeface="Schibsted Grotesk" pitchFamily="34" charset="-120"/>
              </a:rPr>
              <a:t>Month 1 &amp; 2</a:t>
            </a:r>
            <a:endParaRPr lang="en-US" sz="1100" dirty="0"/>
          </a:p>
        </p:txBody>
      </p:sp>
      <p:sp>
        <p:nvSpPr>
          <p:cNvPr id="9" name="Text 6"/>
          <p:cNvSpPr/>
          <p:nvPr/>
        </p:nvSpPr>
        <p:spPr>
          <a:xfrm>
            <a:off x="3027053" y="2861467"/>
            <a:ext cx="1460450" cy="232817"/>
          </a:xfrm>
          <a:prstGeom prst="rect">
            <a:avLst/>
          </a:prstGeom>
          <a:noFill/>
          <a:ln/>
        </p:spPr>
        <p:txBody>
          <a:bodyPr wrap="none" lIns="0" tIns="0" rIns="0" bIns="0" rtlCol="0" anchor="t"/>
          <a:lstStyle/>
          <a:p>
            <a:pPr algn="ctr"/>
            <a:r>
              <a:rPr lang="en-US" sz="1500" dirty="0">
                <a:solidFill>
                  <a:srgbClr val="DCE6F8"/>
                </a:solidFill>
                <a:latin typeface="Schibsted Grotesk" pitchFamily="34" charset="0"/>
                <a:ea typeface="Schibsted Grotesk" pitchFamily="34" charset="-122"/>
                <a:cs typeface="Schibsted Grotesk" pitchFamily="34" charset="-120"/>
              </a:rPr>
              <a:t>Growth Phase</a:t>
            </a:r>
            <a:endParaRPr lang="en-US" sz="1500" dirty="0"/>
          </a:p>
        </p:txBody>
      </p:sp>
      <p:sp>
        <p:nvSpPr>
          <p:cNvPr id="10" name="Text 7"/>
          <p:cNvSpPr/>
          <p:nvPr/>
        </p:nvSpPr>
        <p:spPr>
          <a:xfrm>
            <a:off x="3141353" y="3183769"/>
            <a:ext cx="1231850" cy="352902"/>
          </a:xfrm>
          <a:prstGeom prst="rect">
            <a:avLst/>
          </a:prstGeom>
          <a:noFill/>
          <a:ln/>
        </p:spPr>
        <p:txBody>
          <a:bodyPr wrap="square" lIns="0" tIns="0" rIns="0" bIns="0" rtlCol="0" anchor="t">
            <a:normAutofit/>
          </a:bodyPr>
          <a:lstStyle/>
          <a:p>
            <a:pPr marL="0" indent="0" algn="ctr">
              <a:lnSpc>
                <a:spcPct val="104000"/>
              </a:lnSpc>
              <a:buNone/>
            </a:pPr>
            <a:r>
              <a:rPr lang="en-US" sz="1100" dirty="0">
                <a:solidFill>
                  <a:srgbClr val="DCE6F8"/>
                </a:solidFill>
                <a:latin typeface="Schibsted Grotesk" pitchFamily="34" charset="0"/>
                <a:cs typeface="Schibsted Grotesk" pitchFamily="34" charset="-120"/>
              </a:rPr>
              <a:t>Month 3 &amp; 4</a:t>
            </a:r>
            <a:endParaRPr lang="en-US" sz="1100" dirty="0"/>
          </a:p>
        </p:txBody>
      </p:sp>
      <p:sp>
        <p:nvSpPr>
          <p:cNvPr id="11" name="Text 8"/>
          <p:cNvSpPr/>
          <p:nvPr/>
        </p:nvSpPr>
        <p:spPr>
          <a:xfrm>
            <a:off x="4752353" y="2719457"/>
            <a:ext cx="1460450" cy="516835"/>
          </a:xfrm>
          <a:prstGeom prst="rect">
            <a:avLst/>
          </a:prstGeom>
          <a:noFill/>
          <a:ln/>
        </p:spPr>
        <p:txBody>
          <a:bodyPr wrap="none" lIns="0" tIns="0" rIns="0" bIns="0" rtlCol="0" anchor="t"/>
          <a:lstStyle/>
          <a:p>
            <a:pPr marL="0" indent="0" algn="ctr">
              <a:lnSpc>
                <a:spcPct val="100000"/>
              </a:lnSpc>
              <a:buNone/>
            </a:pPr>
            <a:r>
              <a:rPr lang="en-US" sz="1500" dirty="0">
                <a:solidFill>
                  <a:srgbClr val="DCE6F8"/>
                </a:solidFill>
                <a:latin typeface="Schibsted Grotesk" pitchFamily="34" charset="0"/>
                <a:ea typeface="Schibsted Grotesk" pitchFamily="34" charset="-122"/>
                <a:cs typeface="Schibsted Grotesk" pitchFamily="34" charset="-120"/>
              </a:rPr>
              <a:t>Expansion</a:t>
            </a:r>
          </a:p>
          <a:p>
            <a:pPr marL="0" indent="0" algn="ctr">
              <a:lnSpc>
                <a:spcPct val="100000"/>
              </a:lnSpc>
              <a:buNone/>
            </a:pPr>
            <a:r>
              <a:rPr lang="en-US" sz="1500" dirty="0">
                <a:solidFill>
                  <a:srgbClr val="DCE6F8"/>
                </a:solidFill>
                <a:latin typeface="Schibsted Grotesk" pitchFamily="34" charset="0"/>
                <a:ea typeface="Schibsted Grotesk" pitchFamily="34" charset="-122"/>
                <a:cs typeface="Schibsted Grotesk" pitchFamily="34" charset="-120"/>
              </a:rPr>
              <a:t>Phase</a:t>
            </a:r>
            <a:endParaRPr lang="en-US" sz="1500" dirty="0"/>
          </a:p>
        </p:txBody>
      </p:sp>
      <p:sp>
        <p:nvSpPr>
          <p:cNvPr id="12" name="Text 9"/>
          <p:cNvSpPr/>
          <p:nvPr/>
        </p:nvSpPr>
        <p:spPr>
          <a:xfrm>
            <a:off x="4835284" y="3259194"/>
            <a:ext cx="1231850" cy="352902"/>
          </a:xfrm>
          <a:prstGeom prst="rect">
            <a:avLst/>
          </a:prstGeom>
          <a:noFill/>
          <a:ln/>
        </p:spPr>
        <p:txBody>
          <a:bodyPr wrap="square" lIns="0" tIns="0" rIns="0" bIns="0" rtlCol="0" anchor="t">
            <a:normAutofit/>
          </a:bodyPr>
          <a:lstStyle/>
          <a:p>
            <a:pPr marL="0" indent="0" algn="ctr">
              <a:lnSpc>
                <a:spcPct val="104000"/>
              </a:lnSpc>
              <a:buNone/>
            </a:pPr>
            <a:r>
              <a:rPr lang="en-US" sz="1100" dirty="0">
                <a:solidFill>
                  <a:srgbClr val="DCE6F8"/>
                </a:solidFill>
                <a:latin typeface="Schibsted Grotesk" pitchFamily="34" charset="0"/>
                <a:cs typeface="Schibsted Grotesk" pitchFamily="34" charset="-120"/>
              </a:rPr>
              <a:t>Month 5 &amp; 6</a:t>
            </a:r>
            <a:endParaRPr lang="en-US" sz="1100" dirty="0"/>
          </a:p>
        </p:txBody>
      </p:sp>
      <p:sp>
        <p:nvSpPr>
          <p:cNvPr id="13" name="Text 10"/>
          <p:cNvSpPr/>
          <p:nvPr/>
        </p:nvSpPr>
        <p:spPr>
          <a:xfrm>
            <a:off x="6435234" y="2779295"/>
            <a:ext cx="1460449" cy="232817"/>
          </a:xfrm>
          <a:prstGeom prst="rect">
            <a:avLst/>
          </a:prstGeom>
          <a:noFill/>
          <a:ln/>
        </p:spPr>
        <p:txBody>
          <a:bodyPr wrap="none" lIns="0" tIns="0" rIns="0" bIns="0" rtlCol="0" anchor="t"/>
          <a:lstStyle/>
          <a:p>
            <a:pPr marL="0" indent="0" algn="ctr">
              <a:lnSpc>
                <a:spcPct val="100000"/>
              </a:lnSpc>
              <a:buNone/>
            </a:pPr>
            <a:r>
              <a:rPr lang="en-US" sz="1500" dirty="0">
                <a:solidFill>
                  <a:srgbClr val="DCE6F8"/>
                </a:solidFill>
                <a:latin typeface="Schibsted Grotesk" pitchFamily="34" charset="0"/>
                <a:cs typeface="Schibsted Grotesk" pitchFamily="34" charset="-120"/>
              </a:rPr>
              <a:t>Final Stage </a:t>
            </a:r>
            <a:endParaRPr lang="en-US" sz="1500" dirty="0"/>
          </a:p>
        </p:txBody>
      </p:sp>
      <p:sp>
        <p:nvSpPr>
          <p:cNvPr id="14" name="Text 11"/>
          <p:cNvSpPr/>
          <p:nvPr/>
        </p:nvSpPr>
        <p:spPr>
          <a:xfrm>
            <a:off x="6529215" y="3158169"/>
            <a:ext cx="1231849" cy="202051"/>
          </a:xfrm>
          <a:prstGeom prst="rect">
            <a:avLst/>
          </a:prstGeom>
          <a:noFill/>
          <a:ln/>
        </p:spPr>
        <p:txBody>
          <a:bodyPr wrap="square" lIns="0" tIns="0" rIns="0" bIns="0" rtlCol="0" anchor="t">
            <a:normAutofit/>
          </a:bodyPr>
          <a:lstStyle/>
          <a:p>
            <a:pPr marL="0" indent="0" algn="ctr">
              <a:lnSpc>
                <a:spcPct val="104000"/>
              </a:lnSpc>
              <a:buNone/>
            </a:pPr>
            <a:endParaRPr lang="en-US" sz="1100" dirty="0"/>
          </a:p>
        </p:txBody>
      </p:sp>
      <p:sp>
        <p:nvSpPr>
          <p:cNvPr id="16" name="Rectangle 15">
            <a:extLst>
              <a:ext uri="{FF2B5EF4-FFF2-40B4-BE49-F238E27FC236}">
                <a16:creationId xmlns:a16="http://schemas.microsoft.com/office/drawing/2014/main" id="{71E3D93E-C605-26EC-B096-5D2C8221D65C}"/>
              </a:ext>
            </a:extLst>
          </p:cNvPr>
          <p:cNvSpPr/>
          <p:nvPr/>
        </p:nvSpPr>
        <p:spPr>
          <a:xfrm>
            <a:off x="8044815" y="4612005"/>
            <a:ext cx="1038225" cy="501015"/>
          </a:xfrm>
          <a:prstGeom prst="rect">
            <a:avLst/>
          </a:prstGeom>
          <a:solidFill>
            <a:srgbClr val="09122B"/>
          </a:solidFill>
          <a:ln>
            <a:solidFill>
              <a:srgbClr val="09122B"/>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7" name="Text 9">
            <a:extLst>
              <a:ext uri="{FF2B5EF4-FFF2-40B4-BE49-F238E27FC236}">
                <a16:creationId xmlns:a16="http://schemas.microsoft.com/office/drawing/2014/main" id="{2FF0CC78-69BA-506B-91C1-8C9C908AD443}"/>
              </a:ext>
            </a:extLst>
          </p:cNvPr>
          <p:cNvSpPr/>
          <p:nvPr/>
        </p:nvSpPr>
        <p:spPr>
          <a:xfrm>
            <a:off x="6529215" y="3161858"/>
            <a:ext cx="1231850" cy="352902"/>
          </a:xfrm>
          <a:prstGeom prst="rect">
            <a:avLst/>
          </a:prstGeom>
          <a:noFill/>
          <a:ln/>
        </p:spPr>
        <p:txBody>
          <a:bodyPr wrap="square" lIns="0" tIns="0" rIns="0" bIns="0" rtlCol="0" anchor="t">
            <a:normAutofit fontScale="85000" lnSpcReduction="10000"/>
          </a:bodyPr>
          <a:lstStyle/>
          <a:p>
            <a:pPr algn="ctr">
              <a:lnSpc>
                <a:spcPct val="104000"/>
              </a:lnSpc>
            </a:pPr>
            <a:r>
              <a:rPr lang="en-IN" sz="1400" dirty="0">
                <a:solidFill>
                  <a:srgbClr val="DCE6F8"/>
                </a:solidFill>
              </a:rPr>
              <a:t>long-term professional growth</a:t>
            </a:r>
            <a:endParaRPr lang="en-US" sz="1100" dirty="0">
              <a:solidFill>
                <a:srgbClr val="DCE6F8"/>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23577" y="639961"/>
            <a:ext cx="1022896" cy="290661"/>
          </a:xfrm>
          <a:prstGeom prst="roundRect">
            <a:avLst>
              <a:gd name="adj" fmla="val 6177"/>
            </a:avLst>
          </a:prstGeom>
          <a:noFill/>
          <a:ln w="4763">
            <a:solidFill>
              <a:srgbClr val="8061FF"/>
            </a:solidFill>
            <a:prstDash val="solid"/>
          </a:ln>
        </p:spPr>
        <p:txBody>
          <a:bodyPr/>
          <a:lstStyle/>
          <a:p>
            <a:endParaRPr lang="en-IN"/>
          </a:p>
        </p:txBody>
      </p:sp>
      <p:sp>
        <p:nvSpPr>
          <p:cNvPr id="3" name="Text 1"/>
          <p:cNvSpPr/>
          <p:nvPr/>
        </p:nvSpPr>
        <p:spPr>
          <a:xfrm>
            <a:off x="618083" y="689595"/>
            <a:ext cx="1291084" cy="191393"/>
          </a:xfrm>
          <a:prstGeom prst="rect">
            <a:avLst/>
          </a:prstGeom>
          <a:noFill/>
          <a:ln/>
        </p:spPr>
        <p:txBody>
          <a:bodyPr wrap="none" lIns="0" tIns="0" rIns="0" bIns="0" rtlCol="0" anchor="t"/>
          <a:lstStyle/>
          <a:p>
            <a:pPr marL="0" indent="0" algn="l">
              <a:lnSpc>
                <a:spcPct val="133000"/>
              </a:lnSpc>
              <a:buNone/>
            </a:pPr>
            <a:r>
              <a:rPr lang="en-US" sz="900" dirty="0">
                <a:solidFill>
                  <a:srgbClr val="8061FF"/>
                </a:solidFill>
                <a:latin typeface="Arimo" pitchFamily="34" charset="0"/>
                <a:ea typeface="Arimo" pitchFamily="34" charset="-122"/>
                <a:cs typeface="Arimo" pitchFamily="34" charset="-120"/>
              </a:rPr>
              <a:t>WE'RE HIRING</a:t>
            </a:r>
            <a:endParaRPr lang="en-US" sz="900" dirty="0"/>
          </a:p>
        </p:txBody>
      </p:sp>
      <p:sp>
        <p:nvSpPr>
          <p:cNvPr id="4" name="Text 2"/>
          <p:cNvSpPr/>
          <p:nvPr/>
        </p:nvSpPr>
        <p:spPr>
          <a:xfrm>
            <a:off x="523577" y="990451"/>
            <a:ext cx="5216649" cy="440010"/>
          </a:xfrm>
          <a:prstGeom prst="rect">
            <a:avLst/>
          </a:prstGeom>
          <a:noFill/>
          <a:ln/>
        </p:spPr>
        <p:txBody>
          <a:bodyPr wrap="none" lIns="0" tIns="0" rIns="0" bIns="0" rtlCol="0" anchor="t"/>
          <a:lstStyle/>
          <a:p>
            <a:pPr marL="0" indent="0" algn="l">
              <a:lnSpc>
                <a:spcPct val="104000"/>
              </a:lnSpc>
              <a:buNone/>
            </a:pPr>
            <a:r>
              <a:rPr lang="en-US" sz="2750" b="1" dirty="0">
                <a:solidFill>
                  <a:srgbClr val="FFFFFF"/>
                </a:solidFill>
                <a:latin typeface="Syne Bold" pitchFamily="34" charset="0"/>
                <a:ea typeface="Syne Bold" pitchFamily="34" charset="-122"/>
                <a:cs typeface="Syne Bold" pitchFamily="34" charset="-120"/>
              </a:rPr>
              <a:t>We're Seeking Experts In</a:t>
            </a:r>
            <a:endParaRPr lang="en-US" sz="275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3577" y="1654820"/>
            <a:ext cx="299219" cy="299219"/>
          </a:xfrm>
          <a:prstGeom prst="rect">
            <a:avLst/>
          </a:prstGeom>
        </p:spPr>
      </p:pic>
      <p:sp>
        <p:nvSpPr>
          <p:cNvPr id="6" name="Text 3"/>
          <p:cNvSpPr/>
          <p:nvPr/>
        </p:nvSpPr>
        <p:spPr>
          <a:xfrm>
            <a:off x="523577" y="2141041"/>
            <a:ext cx="2893814" cy="219968"/>
          </a:xfrm>
          <a:prstGeom prst="rect">
            <a:avLst/>
          </a:prstGeom>
          <a:noFill/>
          <a:ln/>
        </p:spPr>
        <p:txBody>
          <a:bodyPr wrap="none" lIns="0" tIns="0" rIns="0" bIns="0" rtlCol="0" anchor="t"/>
          <a:lstStyle/>
          <a:p>
            <a:pPr marL="0" indent="0" algn="l">
              <a:lnSpc>
                <a:spcPct val="104000"/>
              </a:lnSpc>
              <a:buNone/>
            </a:pPr>
            <a:r>
              <a:rPr lang="en-US" sz="1350" b="1" dirty="0">
                <a:solidFill>
                  <a:srgbClr val="D9E1FF"/>
                </a:solidFill>
                <a:latin typeface="Syne Bold" pitchFamily="34" charset="0"/>
                <a:ea typeface="Syne Bold" pitchFamily="34" charset="-122"/>
                <a:cs typeface="Syne Bold" pitchFamily="34" charset="-120"/>
              </a:rPr>
              <a:t>Software Product Engineering</a:t>
            </a:r>
            <a:endParaRPr lang="en-US" sz="1350" dirty="0"/>
          </a:p>
        </p:txBody>
      </p:sp>
      <p:sp>
        <p:nvSpPr>
          <p:cNvPr id="7" name="Text 4"/>
          <p:cNvSpPr/>
          <p:nvPr/>
        </p:nvSpPr>
        <p:spPr>
          <a:xfrm>
            <a:off x="523577" y="2450753"/>
            <a:ext cx="3954884" cy="478780"/>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D9E1FF"/>
                </a:solidFill>
                <a:latin typeface="Arimo" pitchFamily="34" charset="0"/>
                <a:ea typeface="Arimo" pitchFamily="34" charset="-122"/>
                <a:cs typeface="Arimo" pitchFamily="34" charset="-120"/>
              </a:rPr>
              <a:t>End-to-end development from ideation to deployment, Product Enablement.</a:t>
            </a:r>
            <a:endParaRPr lang="en-US" sz="115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65464" y="1654820"/>
            <a:ext cx="299219" cy="299219"/>
          </a:xfrm>
          <a:prstGeom prst="rect">
            <a:avLst/>
          </a:prstGeom>
        </p:spPr>
      </p:pic>
      <p:sp>
        <p:nvSpPr>
          <p:cNvPr id="9" name="Text 5"/>
          <p:cNvSpPr/>
          <p:nvPr/>
        </p:nvSpPr>
        <p:spPr>
          <a:xfrm>
            <a:off x="4665464" y="2141041"/>
            <a:ext cx="2156371" cy="219968"/>
          </a:xfrm>
          <a:prstGeom prst="rect">
            <a:avLst/>
          </a:prstGeom>
          <a:noFill/>
          <a:ln/>
        </p:spPr>
        <p:txBody>
          <a:bodyPr wrap="none" lIns="0" tIns="0" rIns="0" bIns="0" rtlCol="0" anchor="t"/>
          <a:lstStyle/>
          <a:p>
            <a:pPr marL="0" indent="0" algn="l">
              <a:lnSpc>
                <a:spcPct val="104000"/>
              </a:lnSpc>
              <a:buNone/>
            </a:pPr>
            <a:r>
              <a:rPr lang="en-US" sz="1350" b="1" dirty="0">
                <a:solidFill>
                  <a:srgbClr val="D9E1FF"/>
                </a:solidFill>
                <a:latin typeface="Syne Bold" pitchFamily="34" charset="0"/>
              </a:rPr>
              <a:t>Operations &amp; Management</a:t>
            </a:r>
            <a:endParaRPr lang="en-US" sz="1350" dirty="0"/>
          </a:p>
        </p:txBody>
      </p:sp>
      <p:sp>
        <p:nvSpPr>
          <p:cNvPr id="10" name="Text 6"/>
          <p:cNvSpPr/>
          <p:nvPr/>
        </p:nvSpPr>
        <p:spPr>
          <a:xfrm>
            <a:off x="4665464" y="2450753"/>
            <a:ext cx="3954959" cy="478780"/>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D9E1FF"/>
                </a:solidFill>
                <a:latin typeface="Arimo" pitchFamily="34" charset="0"/>
                <a:ea typeface="Arimo" pitchFamily="34" charset="-122"/>
                <a:cs typeface="Arimo" pitchFamily="34" charset="-120"/>
              </a:rPr>
              <a:t>Organizing the system, predictive analytics, and Creating stable Environment</a:t>
            </a:r>
            <a:endParaRPr lang="en-US" sz="115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3577" y="3228752"/>
            <a:ext cx="299219" cy="299219"/>
          </a:xfrm>
          <a:prstGeom prst="rect">
            <a:avLst/>
          </a:prstGeom>
        </p:spPr>
      </p:pic>
      <p:sp>
        <p:nvSpPr>
          <p:cNvPr id="12" name="Text 7"/>
          <p:cNvSpPr/>
          <p:nvPr/>
        </p:nvSpPr>
        <p:spPr>
          <a:xfrm>
            <a:off x="523577" y="3714973"/>
            <a:ext cx="2228180" cy="219968"/>
          </a:xfrm>
          <a:prstGeom prst="rect">
            <a:avLst/>
          </a:prstGeom>
          <a:noFill/>
          <a:ln/>
        </p:spPr>
        <p:txBody>
          <a:bodyPr wrap="none" lIns="0" tIns="0" rIns="0" bIns="0" rtlCol="0" anchor="t"/>
          <a:lstStyle/>
          <a:p>
            <a:pPr marL="0" indent="0" algn="l">
              <a:lnSpc>
                <a:spcPct val="104000"/>
              </a:lnSpc>
              <a:buNone/>
            </a:pPr>
            <a:r>
              <a:rPr lang="en-US" sz="1350" b="1" dirty="0">
                <a:solidFill>
                  <a:srgbClr val="D9E1FF"/>
                </a:solidFill>
                <a:latin typeface="Syne Bold" pitchFamily="34" charset="0"/>
              </a:rPr>
              <a:t>Marketing Expertise</a:t>
            </a:r>
            <a:endParaRPr lang="en-US" sz="1350" dirty="0"/>
          </a:p>
        </p:txBody>
      </p:sp>
      <p:sp>
        <p:nvSpPr>
          <p:cNvPr id="13" name="Text 8"/>
          <p:cNvSpPr/>
          <p:nvPr/>
        </p:nvSpPr>
        <p:spPr>
          <a:xfrm>
            <a:off x="523577" y="4024685"/>
            <a:ext cx="3954884" cy="478780"/>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D9E1FF"/>
                </a:solidFill>
                <a:latin typeface="Arimo" pitchFamily="34" charset="0"/>
                <a:ea typeface="Arimo" pitchFamily="34" charset="-122"/>
                <a:cs typeface="Arimo" pitchFamily="34" charset="-120"/>
              </a:rPr>
              <a:t>Scalable, high-performance cloud architectures built for the modern enterprise.</a:t>
            </a:r>
            <a:endParaRPr lang="en-US" sz="1150" dirty="0"/>
          </a:p>
        </p:txBody>
      </p:sp>
      <p:sp>
        <p:nvSpPr>
          <p:cNvPr id="17" name="Rectangle 16">
            <a:extLst>
              <a:ext uri="{FF2B5EF4-FFF2-40B4-BE49-F238E27FC236}">
                <a16:creationId xmlns:a16="http://schemas.microsoft.com/office/drawing/2014/main" id="{6F13CA0B-A52D-96DA-4BE6-E1AF3A4267A8}"/>
              </a:ext>
            </a:extLst>
          </p:cNvPr>
          <p:cNvSpPr/>
          <p:nvPr/>
        </p:nvSpPr>
        <p:spPr>
          <a:xfrm>
            <a:off x="8044815" y="4612005"/>
            <a:ext cx="1038225" cy="501015"/>
          </a:xfrm>
          <a:prstGeom prst="rect">
            <a:avLst/>
          </a:prstGeom>
          <a:solidFill>
            <a:srgbClr val="09122B"/>
          </a:solidFill>
          <a:ln>
            <a:solidFill>
              <a:srgbClr val="09122B"/>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99B40337-5F61-3B3C-9125-63FD8E1A97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3439" y="1491733"/>
            <a:ext cx="4248443" cy="240745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8A12495B-439C-C3C6-5C0D-274A0F5E00BC}"/>
              </a:ext>
            </a:extLst>
          </p:cNvPr>
          <p:cNvSpPr/>
          <p:nvPr/>
        </p:nvSpPr>
        <p:spPr>
          <a:xfrm>
            <a:off x="8044815" y="4785360"/>
            <a:ext cx="1038225" cy="327660"/>
          </a:xfrm>
          <a:prstGeom prst="rect">
            <a:avLst/>
          </a:prstGeom>
          <a:solidFill>
            <a:srgbClr val="09122B"/>
          </a:solidFill>
          <a:ln>
            <a:solidFill>
              <a:srgbClr val="09122B"/>
            </a:solid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en-IN"/>
              <a:t>.</a:t>
            </a:r>
          </a:p>
        </p:txBody>
      </p:sp>
      <p:sp>
        <p:nvSpPr>
          <p:cNvPr id="7" name="TextBox 6">
            <a:extLst>
              <a:ext uri="{FF2B5EF4-FFF2-40B4-BE49-F238E27FC236}">
                <a16:creationId xmlns:a16="http://schemas.microsoft.com/office/drawing/2014/main" id="{66FF289B-BE15-63C2-B8BD-83EA9D7E4D91}"/>
              </a:ext>
            </a:extLst>
          </p:cNvPr>
          <p:cNvSpPr txBox="1"/>
          <p:nvPr/>
        </p:nvSpPr>
        <p:spPr>
          <a:xfrm>
            <a:off x="146304" y="913120"/>
            <a:ext cx="4334257" cy="3877985"/>
          </a:xfrm>
          <a:prstGeom prst="rect">
            <a:avLst/>
          </a:prstGeom>
          <a:noFill/>
        </p:spPr>
        <p:txBody>
          <a:bodyPr wrap="square">
            <a:spAutoFit/>
          </a:bodyPr>
          <a:lstStyle/>
          <a:p>
            <a:pPr marL="285750" indent="-285750">
              <a:buFont typeface="Arial" panose="020B0604020202020204" pitchFamily="34" charset="0"/>
              <a:buChar char="•"/>
            </a:pPr>
            <a:r>
              <a:rPr lang="en-US" b="1" dirty="0">
                <a:solidFill>
                  <a:srgbClr val="DCE6F8"/>
                </a:solidFill>
              </a:rPr>
              <a:t>Deep Industry Knowledge</a:t>
            </a:r>
          </a:p>
          <a:p>
            <a:pPr lvl="1"/>
            <a:r>
              <a:rPr lang="en-US" dirty="0">
                <a:solidFill>
                  <a:srgbClr val="DCE6F8"/>
                </a:solidFill>
              </a:rPr>
              <a:t>Proven expertise and a strong track record in your field.</a:t>
            </a:r>
          </a:p>
          <a:p>
            <a:pPr>
              <a:buNone/>
            </a:pPr>
            <a:endParaRPr lang="en-US" sz="800" dirty="0">
              <a:solidFill>
                <a:srgbClr val="DCE6F8"/>
              </a:solidFill>
            </a:endParaRPr>
          </a:p>
          <a:p>
            <a:pPr marL="285750" indent="-285750">
              <a:buFont typeface="Arial" panose="020B0604020202020204" pitchFamily="34" charset="0"/>
              <a:buChar char="•"/>
            </a:pPr>
            <a:r>
              <a:rPr lang="en-US" b="1" dirty="0">
                <a:solidFill>
                  <a:srgbClr val="DCE6F8"/>
                </a:solidFill>
              </a:rPr>
              <a:t>Collaborative Spirit</a:t>
            </a:r>
          </a:p>
          <a:p>
            <a:pPr lvl="1"/>
            <a:r>
              <a:rPr lang="en-US" dirty="0">
                <a:solidFill>
                  <a:srgbClr val="DCE6F8"/>
                </a:solidFill>
              </a:rPr>
              <a:t>Ability to integrate seamlessly with cross-functional, global teams.</a:t>
            </a:r>
          </a:p>
          <a:p>
            <a:pPr>
              <a:buNone/>
            </a:pPr>
            <a:endParaRPr lang="en-US" sz="800" dirty="0">
              <a:solidFill>
                <a:srgbClr val="DCE6F8"/>
              </a:solidFill>
            </a:endParaRPr>
          </a:p>
          <a:p>
            <a:pPr marL="285750" indent="-285750">
              <a:buFont typeface="Arial" panose="020B0604020202020204" pitchFamily="34" charset="0"/>
              <a:buChar char="•"/>
            </a:pPr>
            <a:r>
              <a:rPr lang="en-US" b="1" dirty="0">
                <a:solidFill>
                  <a:srgbClr val="DCE6F8"/>
                </a:solidFill>
              </a:rPr>
              <a:t>Agile Mindset</a:t>
            </a:r>
          </a:p>
          <a:p>
            <a:pPr lvl="1"/>
            <a:r>
              <a:rPr lang="en-US" dirty="0">
                <a:solidFill>
                  <a:srgbClr val="DCE6F8"/>
                </a:solidFill>
              </a:rPr>
              <a:t>Adaptability and a proactive approach to complex problem-solving.</a:t>
            </a:r>
          </a:p>
          <a:p>
            <a:pPr>
              <a:buNone/>
            </a:pPr>
            <a:endParaRPr lang="en-US" sz="800" dirty="0">
              <a:solidFill>
                <a:srgbClr val="DCE6F8"/>
              </a:solidFill>
            </a:endParaRPr>
          </a:p>
          <a:p>
            <a:pPr marL="285750" indent="-285750">
              <a:buFont typeface="Arial" panose="020B0604020202020204" pitchFamily="34" charset="0"/>
              <a:buChar char="•"/>
            </a:pPr>
            <a:r>
              <a:rPr lang="en-US" b="1" dirty="0">
                <a:solidFill>
                  <a:srgbClr val="DCE6F8"/>
                </a:solidFill>
              </a:rPr>
              <a:t>Commitment to Excellence</a:t>
            </a:r>
          </a:p>
          <a:p>
            <a:pPr lvl="1"/>
            <a:r>
              <a:rPr lang="en-US" dirty="0">
                <a:solidFill>
                  <a:srgbClr val="DCE6F8"/>
                </a:solidFill>
              </a:rPr>
              <a:t>A passion for delivering high-quality, impactful results every time.</a:t>
            </a:r>
          </a:p>
        </p:txBody>
      </p:sp>
      <p:sp>
        <p:nvSpPr>
          <p:cNvPr id="8" name="Shape 0">
            <a:extLst>
              <a:ext uri="{FF2B5EF4-FFF2-40B4-BE49-F238E27FC236}">
                <a16:creationId xmlns:a16="http://schemas.microsoft.com/office/drawing/2014/main" id="{A39AB391-1AD8-3072-F8B9-E66DBC0383B5}"/>
              </a:ext>
            </a:extLst>
          </p:cNvPr>
          <p:cNvSpPr/>
          <p:nvPr/>
        </p:nvSpPr>
        <p:spPr>
          <a:xfrm>
            <a:off x="506437" y="195904"/>
            <a:ext cx="5779917" cy="521816"/>
          </a:xfrm>
          <a:prstGeom prst="roundRect">
            <a:avLst>
              <a:gd name="adj" fmla="val 41863"/>
            </a:avLst>
          </a:prstGeom>
          <a:solidFill>
            <a:srgbClr val="5678F0"/>
          </a:solidFill>
          <a:ln/>
        </p:spPr>
        <p:txBody>
          <a:bodyPr/>
          <a:lstStyle/>
          <a:p>
            <a:endParaRPr lang="en-IN" dirty="0"/>
          </a:p>
        </p:txBody>
      </p:sp>
      <p:sp>
        <p:nvSpPr>
          <p:cNvPr id="9" name="Text 1">
            <a:extLst>
              <a:ext uri="{FF2B5EF4-FFF2-40B4-BE49-F238E27FC236}">
                <a16:creationId xmlns:a16="http://schemas.microsoft.com/office/drawing/2014/main" id="{193A5265-0B32-EB5B-940B-BAABF8B3037E}"/>
              </a:ext>
            </a:extLst>
          </p:cNvPr>
          <p:cNvSpPr/>
          <p:nvPr/>
        </p:nvSpPr>
        <p:spPr>
          <a:xfrm>
            <a:off x="837996" y="229600"/>
            <a:ext cx="4437389" cy="404574"/>
          </a:xfrm>
          <a:prstGeom prst="rect">
            <a:avLst/>
          </a:prstGeom>
          <a:noFill/>
          <a:ln/>
        </p:spPr>
        <p:txBody>
          <a:bodyPr wrap="none" lIns="0" tIns="0" rIns="0" bIns="0" rtlCol="0" anchor="t"/>
          <a:lstStyle/>
          <a:p>
            <a:pPr>
              <a:lnSpc>
                <a:spcPct val="117000"/>
              </a:lnSpc>
            </a:pPr>
            <a:r>
              <a:rPr lang="en-US" sz="2400" dirty="0">
                <a:solidFill>
                  <a:srgbClr val="FFFFFF"/>
                </a:solidFill>
                <a:latin typeface="Mona Sans" pitchFamily="34" charset="0"/>
                <a:cs typeface="Mona Sans" pitchFamily="34" charset="-120"/>
              </a:rPr>
              <a:t> </a:t>
            </a:r>
            <a:r>
              <a:rPr lang="en-IN" sz="2400" b="1" dirty="0">
                <a:solidFill>
                  <a:srgbClr val="DCE6F8"/>
                </a:solidFill>
              </a:rPr>
              <a:t>Our Requirements for Success</a:t>
            </a:r>
          </a:p>
          <a:p>
            <a:pPr marL="0" indent="0" algn="l">
              <a:lnSpc>
                <a:spcPct val="117000"/>
              </a:lnSpc>
              <a:buNone/>
            </a:pPr>
            <a:endParaRPr lang="en-US" sz="2400" dirty="0"/>
          </a:p>
        </p:txBody>
      </p:sp>
    </p:spTree>
    <p:extLst>
      <p:ext uri="{BB962C8B-B14F-4D97-AF65-F5344CB8AC3E}">
        <p14:creationId xmlns:p14="http://schemas.microsoft.com/office/powerpoint/2010/main" val="31993101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4DD72575-FF28-71EE-4E8D-81A299F0389E}"/>
              </a:ext>
            </a:extLst>
          </p:cNvPr>
          <p:cNvSpPr/>
          <p:nvPr/>
        </p:nvSpPr>
        <p:spPr>
          <a:xfrm>
            <a:off x="412966" y="521829"/>
            <a:ext cx="6541289" cy="555947"/>
          </a:xfrm>
          <a:prstGeom prst="rect">
            <a:avLst/>
          </a:prstGeom>
          <a:noFill/>
          <a:ln/>
        </p:spPr>
        <p:txBody>
          <a:bodyPr wrap="none" lIns="0" tIns="0" rIns="0" bIns="0" rtlCol="0" anchor="t"/>
          <a:lstStyle/>
          <a:p>
            <a:r>
              <a:rPr lang="en-IN" sz="2400" b="1" dirty="0">
                <a:solidFill>
                  <a:srgbClr val="5678F0"/>
                </a:solidFill>
                <a:latin typeface="Mona Sans SemiBold" panose="020B0604020202020204" charset="0"/>
              </a:rPr>
              <a:t>Team Members Will Real Gain</a:t>
            </a:r>
            <a:endParaRPr lang="en-US" sz="2150" b="1" dirty="0">
              <a:solidFill>
                <a:srgbClr val="5678F0"/>
              </a:solidFill>
              <a:latin typeface="Mona Sans SemiBold" panose="020B0604020202020204" charset="0"/>
            </a:endParaRPr>
          </a:p>
        </p:txBody>
      </p:sp>
      <p:sp>
        <p:nvSpPr>
          <p:cNvPr id="5" name="Text 5">
            <a:extLst>
              <a:ext uri="{FF2B5EF4-FFF2-40B4-BE49-F238E27FC236}">
                <a16:creationId xmlns:a16="http://schemas.microsoft.com/office/drawing/2014/main" id="{2E5198DE-45A3-19B9-0B57-78BBC66573C9}"/>
              </a:ext>
            </a:extLst>
          </p:cNvPr>
          <p:cNvSpPr/>
          <p:nvPr/>
        </p:nvSpPr>
        <p:spPr>
          <a:xfrm>
            <a:off x="459859" y="1045490"/>
            <a:ext cx="7354497" cy="441079"/>
          </a:xfrm>
          <a:prstGeom prst="rect">
            <a:avLst/>
          </a:prstGeom>
          <a:noFill/>
          <a:ln/>
        </p:spPr>
        <p:txBody>
          <a:bodyPr wrap="none" lIns="0" tIns="0" rIns="0" bIns="0" rtlCol="0" anchor="t"/>
          <a:lstStyle/>
          <a:p>
            <a:r>
              <a:rPr lang="en-IN" dirty="0">
                <a:solidFill>
                  <a:srgbClr val="5678F0"/>
                </a:solidFill>
              </a:rPr>
              <a:t>We want early contributors to grow together with the company.</a:t>
            </a:r>
          </a:p>
        </p:txBody>
      </p:sp>
      <p:sp>
        <p:nvSpPr>
          <p:cNvPr id="6" name="Shape 6">
            <a:extLst>
              <a:ext uri="{FF2B5EF4-FFF2-40B4-BE49-F238E27FC236}">
                <a16:creationId xmlns:a16="http://schemas.microsoft.com/office/drawing/2014/main" id="{C2430D56-C91E-DFA6-FE92-D708FC73F705}"/>
              </a:ext>
            </a:extLst>
          </p:cNvPr>
          <p:cNvSpPr/>
          <p:nvPr/>
        </p:nvSpPr>
        <p:spPr>
          <a:xfrm>
            <a:off x="481831" y="2086645"/>
            <a:ext cx="28575" cy="593378"/>
          </a:xfrm>
          <a:prstGeom prst="rect">
            <a:avLst/>
          </a:prstGeom>
          <a:solidFill>
            <a:srgbClr val="5678F0"/>
          </a:solidFill>
          <a:ln/>
        </p:spPr>
        <p:txBody>
          <a:bodyPr/>
          <a:lstStyle/>
          <a:p>
            <a:endParaRPr lang="en-IN"/>
          </a:p>
        </p:txBody>
      </p:sp>
      <p:sp>
        <p:nvSpPr>
          <p:cNvPr id="7" name="Text 7">
            <a:extLst>
              <a:ext uri="{FF2B5EF4-FFF2-40B4-BE49-F238E27FC236}">
                <a16:creationId xmlns:a16="http://schemas.microsoft.com/office/drawing/2014/main" id="{D56CBE43-62AE-EAF1-625B-29DCE8A5C00E}"/>
              </a:ext>
            </a:extLst>
          </p:cNvPr>
          <p:cNvSpPr/>
          <p:nvPr/>
        </p:nvSpPr>
        <p:spPr>
          <a:xfrm>
            <a:off x="652870" y="2142682"/>
            <a:ext cx="2070309" cy="355773"/>
          </a:xfrm>
          <a:prstGeom prst="rect">
            <a:avLst/>
          </a:prstGeom>
          <a:noFill/>
          <a:ln/>
        </p:spPr>
        <p:txBody>
          <a:bodyPr wrap="none" lIns="0" tIns="0" rIns="0" bIns="0" rtlCol="0" anchor="t"/>
          <a:lstStyle/>
          <a:p>
            <a:r>
              <a:rPr lang="en-IN" dirty="0">
                <a:solidFill>
                  <a:srgbClr val="DCE6F8"/>
                </a:solidFill>
              </a:rPr>
              <a:t>Startup experience</a:t>
            </a:r>
            <a:endParaRPr lang="en-US" sz="1050" dirty="0">
              <a:solidFill>
                <a:srgbClr val="DCE6F8"/>
              </a:solidFill>
            </a:endParaRPr>
          </a:p>
        </p:txBody>
      </p:sp>
      <p:sp>
        <p:nvSpPr>
          <p:cNvPr id="8" name="Text 8">
            <a:extLst>
              <a:ext uri="{FF2B5EF4-FFF2-40B4-BE49-F238E27FC236}">
                <a16:creationId xmlns:a16="http://schemas.microsoft.com/office/drawing/2014/main" id="{356FC1FD-D2AE-B337-6189-5EA657E29054}"/>
              </a:ext>
            </a:extLst>
          </p:cNvPr>
          <p:cNvSpPr/>
          <p:nvPr/>
        </p:nvSpPr>
        <p:spPr>
          <a:xfrm>
            <a:off x="636315" y="2368823"/>
            <a:ext cx="3799508" cy="296912"/>
          </a:xfrm>
          <a:prstGeom prst="rect">
            <a:avLst/>
          </a:prstGeom>
          <a:noFill/>
          <a:ln/>
        </p:spPr>
        <p:txBody>
          <a:bodyPr wrap="square" lIns="0" tIns="0" rIns="0" bIns="0" rtlCol="0" anchor="t">
            <a:normAutofit/>
          </a:bodyPr>
          <a:lstStyle/>
          <a:p>
            <a:pPr marL="0" indent="0" algn="l">
              <a:lnSpc>
                <a:spcPct val="111000"/>
              </a:lnSpc>
              <a:buNone/>
            </a:pPr>
            <a:endParaRPr lang="en-US" sz="850" dirty="0"/>
          </a:p>
        </p:txBody>
      </p:sp>
      <p:sp>
        <p:nvSpPr>
          <p:cNvPr id="9" name="Shape 9">
            <a:extLst>
              <a:ext uri="{FF2B5EF4-FFF2-40B4-BE49-F238E27FC236}">
                <a16:creationId xmlns:a16="http://schemas.microsoft.com/office/drawing/2014/main" id="{67E790DF-18BC-3516-1814-6E8F160C6B5B}"/>
              </a:ext>
            </a:extLst>
          </p:cNvPr>
          <p:cNvSpPr/>
          <p:nvPr/>
        </p:nvSpPr>
        <p:spPr>
          <a:xfrm>
            <a:off x="481831" y="2852365"/>
            <a:ext cx="28575" cy="741834"/>
          </a:xfrm>
          <a:prstGeom prst="rect">
            <a:avLst/>
          </a:prstGeom>
          <a:solidFill>
            <a:srgbClr val="93CEF1"/>
          </a:solidFill>
          <a:ln/>
        </p:spPr>
        <p:txBody>
          <a:bodyPr/>
          <a:lstStyle/>
          <a:p>
            <a:endParaRPr lang="en-IN"/>
          </a:p>
        </p:txBody>
      </p:sp>
      <p:sp>
        <p:nvSpPr>
          <p:cNvPr id="10" name="Text 10">
            <a:extLst>
              <a:ext uri="{FF2B5EF4-FFF2-40B4-BE49-F238E27FC236}">
                <a16:creationId xmlns:a16="http://schemas.microsoft.com/office/drawing/2014/main" id="{20383DA4-9BFB-3585-EBEC-43B614307267}"/>
              </a:ext>
            </a:extLst>
          </p:cNvPr>
          <p:cNvSpPr/>
          <p:nvPr/>
        </p:nvSpPr>
        <p:spPr>
          <a:xfrm>
            <a:off x="636315" y="2967744"/>
            <a:ext cx="2172925" cy="267890"/>
          </a:xfrm>
          <a:prstGeom prst="rect">
            <a:avLst/>
          </a:prstGeom>
          <a:noFill/>
          <a:ln/>
        </p:spPr>
        <p:txBody>
          <a:bodyPr wrap="none" lIns="0" tIns="0" rIns="0" bIns="0" rtlCol="0" anchor="t"/>
          <a:lstStyle/>
          <a:p>
            <a:r>
              <a:rPr lang="en-IN" dirty="0">
                <a:solidFill>
                  <a:srgbClr val="DCE6F8"/>
                </a:solidFill>
              </a:rPr>
              <a:t>Real project exposure</a:t>
            </a:r>
            <a:endParaRPr lang="en-US" sz="1050" dirty="0">
              <a:solidFill>
                <a:srgbClr val="DCE6F8"/>
              </a:solidFill>
            </a:endParaRPr>
          </a:p>
        </p:txBody>
      </p:sp>
      <p:sp>
        <p:nvSpPr>
          <p:cNvPr id="12" name="Shape 12">
            <a:extLst>
              <a:ext uri="{FF2B5EF4-FFF2-40B4-BE49-F238E27FC236}">
                <a16:creationId xmlns:a16="http://schemas.microsoft.com/office/drawing/2014/main" id="{80777198-2650-8852-B042-E552308229B2}"/>
              </a:ext>
            </a:extLst>
          </p:cNvPr>
          <p:cNvSpPr/>
          <p:nvPr/>
        </p:nvSpPr>
        <p:spPr>
          <a:xfrm>
            <a:off x="481831" y="3766542"/>
            <a:ext cx="28575" cy="741834"/>
          </a:xfrm>
          <a:prstGeom prst="rect">
            <a:avLst/>
          </a:prstGeom>
          <a:solidFill>
            <a:srgbClr val="948BE2"/>
          </a:solidFill>
          <a:ln/>
        </p:spPr>
        <p:txBody>
          <a:bodyPr/>
          <a:lstStyle/>
          <a:p>
            <a:endParaRPr lang="en-IN"/>
          </a:p>
        </p:txBody>
      </p:sp>
      <p:sp>
        <p:nvSpPr>
          <p:cNvPr id="13" name="Text 13">
            <a:extLst>
              <a:ext uri="{FF2B5EF4-FFF2-40B4-BE49-F238E27FC236}">
                <a16:creationId xmlns:a16="http://schemas.microsoft.com/office/drawing/2014/main" id="{B26A5007-ED11-012F-60A1-7CCF2E97E81B}"/>
              </a:ext>
            </a:extLst>
          </p:cNvPr>
          <p:cNvSpPr/>
          <p:nvPr/>
        </p:nvSpPr>
        <p:spPr>
          <a:xfrm>
            <a:off x="636314" y="3780830"/>
            <a:ext cx="2553925" cy="267890"/>
          </a:xfrm>
          <a:prstGeom prst="rect">
            <a:avLst/>
          </a:prstGeom>
          <a:noFill/>
          <a:ln/>
        </p:spPr>
        <p:txBody>
          <a:bodyPr wrap="none" lIns="0" tIns="0" rIns="0" bIns="0" rtlCol="0" anchor="t"/>
          <a:lstStyle/>
          <a:p>
            <a:r>
              <a:rPr lang="en-IN" dirty="0">
                <a:solidFill>
                  <a:srgbClr val="DCE6F8"/>
                </a:solidFill>
              </a:rPr>
              <a:t>Networking opportunities</a:t>
            </a:r>
            <a:endParaRPr lang="en-US" sz="1050" dirty="0">
              <a:solidFill>
                <a:srgbClr val="DCE6F8"/>
              </a:solidFill>
            </a:endParaRPr>
          </a:p>
        </p:txBody>
      </p:sp>
      <p:sp>
        <p:nvSpPr>
          <p:cNvPr id="14" name="Text 14">
            <a:extLst>
              <a:ext uri="{FF2B5EF4-FFF2-40B4-BE49-F238E27FC236}">
                <a16:creationId xmlns:a16="http://schemas.microsoft.com/office/drawing/2014/main" id="{EB0C642B-351F-81F3-7E66-B72B83388FA6}"/>
              </a:ext>
            </a:extLst>
          </p:cNvPr>
          <p:cNvSpPr/>
          <p:nvPr/>
        </p:nvSpPr>
        <p:spPr>
          <a:xfrm>
            <a:off x="779686" y="4569991"/>
            <a:ext cx="8303354" cy="445368"/>
          </a:xfrm>
          <a:prstGeom prst="rect">
            <a:avLst/>
          </a:prstGeom>
          <a:noFill/>
          <a:ln/>
        </p:spPr>
        <p:txBody>
          <a:bodyPr wrap="square" lIns="0" tIns="0" rIns="0" bIns="0" rtlCol="0" anchor="t">
            <a:normAutofit fontScale="62500" lnSpcReduction="20000"/>
          </a:bodyPr>
          <a:lstStyle/>
          <a:p>
            <a:pPr>
              <a:lnSpc>
                <a:spcPct val="111000"/>
              </a:lnSpc>
            </a:pPr>
            <a:r>
              <a:rPr lang="en-IN" sz="2200" dirty="0">
                <a:solidFill>
                  <a:srgbClr val="DCE6F8"/>
                </a:solidFill>
              </a:rPr>
              <a:t>Team members contributing significantly to the growth of NexGenU may receive company ownership percentages or profit-sharing benefits based on their performance, responsibilities, and long-term contribution </a:t>
            </a:r>
            <a:r>
              <a:rPr lang="en-IN" sz="2200" dirty="0"/>
              <a:t>to the platform</a:t>
            </a:r>
            <a:r>
              <a:rPr lang="en-IN" dirty="0"/>
              <a:t>.</a:t>
            </a:r>
            <a:endParaRPr lang="en-US" sz="850" dirty="0"/>
          </a:p>
        </p:txBody>
      </p:sp>
      <p:sp>
        <p:nvSpPr>
          <p:cNvPr id="16" name="Shape 16">
            <a:extLst>
              <a:ext uri="{FF2B5EF4-FFF2-40B4-BE49-F238E27FC236}">
                <a16:creationId xmlns:a16="http://schemas.microsoft.com/office/drawing/2014/main" id="{57BA1C49-BE95-70A4-8E90-70CE3072F5A1}"/>
              </a:ext>
            </a:extLst>
          </p:cNvPr>
          <p:cNvSpPr/>
          <p:nvPr/>
        </p:nvSpPr>
        <p:spPr>
          <a:xfrm>
            <a:off x="4698653" y="2086645"/>
            <a:ext cx="28575" cy="593378"/>
          </a:xfrm>
          <a:prstGeom prst="rect">
            <a:avLst/>
          </a:prstGeom>
          <a:solidFill>
            <a:srgbClr val="5678F0"/>
          </a:solidFill>
          <a:ln/>
        </p:spPr>
        <p:txBody>
          <a:bodyPr/>
          <a:lstStyle/>
          <a:p>
            <a:endParaRPr lang="en-IN"/>
          </a:p>
        </p:txBody>
      </p:sp>
      <p:sp>
        <p:nvSpPr>
          <p:cNvPr id="17" name="Text 17">
            <a:extLst>
              <a:ext uri="{FF2B5EF4-FFF2-40B4-BE49-F238E27FC236}">
                <a16:creationId xmlns:a16="http://schemas.microsoft.com/office/drawing/2014/main" id="{28CBB582-DF91-EB18-8695-7989C3FC4043}"/>
              </a:ext>
            </a:extLst>
          </p:cNvPr>
          <p:cNvSpPr/>
          <p:nvPr/>
        </p:nvSpPr>
        <p:spPr>
          <a:xfrm>
            <a:off x="4869692" y="2186624"/>
            <a:ext cx="2487464" cy="267891"/>
          </a:xfrm>
          <a:prstGeom prst="rect">
            <a:avLst/>
          </a:prstGeom>
          <a:noFill/>
          <a:ln/>
        </p:spPr>
        <p:txBody>
          <a:bodyPr wrap="none" lIns="0" tIns="0" rIns="0" bIns="0" rtlCol="0" anchor="t"/>
          <a:lstStyle/>
          <a:p>
            <a:r>
              <a:rPr lang="en-IN" dirty="0">
                <a:solidFill>
                  <a:srgbClr val="DCE6F8"/>
                </a:solidFill>
              </a:rPr>
              <a:t>Leadership opportunities</a:t>
            </a:r>
            <a:endParaRPr lang="en-US" sz="1050" dirty="0">
              <a:solidFill>
                <a:srgbClr val="DCE6F8"/>
              </a:solidFill>
            </a:endParaRPr>
          </a:p>
        </p:txBody>
      </p:sp>
      <p:sp>
        <p:nvSpPr>
          <p:cNvPr id="18" name="Shape 19">
            <a:extLst>
              <a:ext uri="{FF2B5EF4-FFF2-40B4-BE49-F238E27FC236}">
                <a16:creationId xmlns:a16="http://schemas.microsoft.com/office/drawing/2014/main" id="{B8A57AA3-3E63-91F9-ED84-0A22889FDBC9}"/>
              </a:ext>
            </a:extLst>
          </p:cNvPr>
          <p:cNvSpPr/>
          <p:nvPr/>
        </p:nvSpPr>
        <p:spPr>
          <a:xfrm>
            <a:off x="4698653" y="2852365"/>
            <a:ext cx="28575" cy="593378"/>
          </a:xfrm>
          <a:prstGeom prst="rect">
            <a:avLst/>
          </a:prstGeom>
          <a:solidFill>
            <a:srgbClr val="93CEF1"/>
          </a:solidFill>
          <a:ln/>
        </p:spPr>
        <p:txBody>
          <a:bodyPr/>
          <a:lstStyle/>
          <a:p>
            <a:endParaRPr lang="en-IN"/>
          </a:p>
        </p:txBody>
      </p:sp>
      <p:sp>
        <p:nvSpPr>
          <p:cNvPr id="19" name="Text 20">
            <a:extLst>
              <a:ext uri="{FF2B5EF4-FFF2-40B4-BE49-F238E27FC236}">
                <a16:creationId xmlns:a16="http://schemas.microsoft.com/office/drawing/2014/main" id="{3F31F72D-84BB-2666-2316-59DDFA9592CD}"/>
              </a:ext>
            </a:extLst>
          </p:cNvPr>
          <p:cNvSpPr/>
          <p:nvPr/>
        </p:nvSpPr>
        <p:spPr>
          <a:xfrm>
            <a:off x="4869692" y="2936304"/>
            <a:ext cx="3605064" cy="267891"/>
          </a:xfrm>
          <a:prstGeom prst="rect">
            <a:avLst/>
          </a:prstGeom>
          <a:noFill/>
          <a:ln/>
        </p:spPr>
        <p:txBody>
          <a:bodyPr wrap="none" lIns="0" tIns="0" rIns="0" bIns="0" rtlCol="0" anchor="t"/>
          <a:lstStyle/>
          <a:p>
            <a:r>
              <a:rPr lang="en-IN" dirty="0">
                <a:solidFill>
                  <a:srgbClr val="DCE6F8"/>
                </a:solidFill>
              </a:rPr>
              <a:t>Technical &amp; management growth</a:t>
            </a:r>
            <a:endParaRPr lang="en-US" sz="1050" dirty="0">
              <a:solidFill>
                <a:srgbClr val="DCE6F8"/>
              </a:solidFill>
            </a:endParaRPr>
          </a:p>
        </p:txBody>
      </p:sp>
      <p:sp>
        <p:nvSpPr>
          <p:cNvPr id="20" name="Shape 22">
            <a:extLst>
              <a:ext uri="{FF2B5EF4-FFF2-40B4-BE49-F238E27FC236}">
                <a16:creationId xmlns:a16="http://schemas.microsoft.com/office/drawing/2014/main" id="{E41D0071-8A6A-12B0-1649-EF0D37B82B0A}"/>
              </a:ext>
            </a:extLst>
          </p:cNvPr>
          <p:cNvSpPr/>
          <p:nvPr/>
        </p:nvSpPr>
        <p:spPr>
          <a:xfrm>
            <a:off x="4698653" y="3618086"/>
            <a:ext cx="28575" cy="593378"/>
          </a:xfrm>
          <a:prstGeom prst="rect">
            <a:avLst/>
          </a:prstGeom>
          <a:solidFill>
            <a:srgbClr val="948BE2"/>
          </a:solidFill>
          <a:ln/>
        </p:spPr>
        <p:txBody>
          <a:bodyPr/>
          <a:lstStyle/>
          <a:p>
            <a:endParaRPr lang="en-IN"/>
          </a:p>
        </p:txBody>
      </p:sp>
      <p:sp>
        <p:nvSpPr>
          <p:cNvPr id="21" name="Text 23">
            <a:extLst>
              <a:ext uri="{FF2B5EF4-FFF2-40B4-BE49-F238E27FC236}">
                <a16:creationId xmlns:a16="http://schemas.microsoft.com/office/drawing/2014/main" id="{18314632-2EC0-5A3C-7F56-D1C26224A3F8}"/>
              </a:ext>
            </a:extLst>
          </p:cNvPr>
          <p:cNvSpPr/>
          <p:nvPr/>
        </p:nvSpPr>
        <p:spPr>
          <a:xfrm>
            <a:off x="4869692" y="3780829"/>
            <a:ext cx="2944664" cy="267891"/>
          </a:xfrm>
          <a:prstGeom prst="rect">
            <a:avLst/>
          </a:prstGeom>
          <a:noFill/>
          <a:ln/>
        </p:spPr>
        <p:txBody>
          <a:bodyPr wrap="none" lIns="0" tIns="0" rIns="0" bIns="0" rtlCol="0" anchor="t"/>
          <a:lstStyle/>
          <a:p>
            <a:r>
              <a:rPr lang="en-IN" dirty="0">
                <a:solidFill>
                  <a:srgbClr val="DCE6F8"/>
                </a:solidFill>
              </a:rPr>
              <a:t>Future full-time opportunities</a:t>
            </a:r>
            <a:endParaRPr lang="en-US" sz="1050" dirty="0">
              <a:solidFill>
                <a:srgbClr val="DCE6F8"/>
              </a:solidFill>
            </a:endParaRPr>
          </a:p>
        </p:txBody>
      </p:sp>
      <p:sp>
        <p:nvSpPr>
          <p:cNvPr id="22" name="Rectangle 21">
            <a:extLst>
              <a:ext uri="{FF2B5EF4-FFF2-40B4-BE49-F238E27FC236}">
                <a16:creationId xmlns:a16="http://schemas.microsoft.com/office/drawing/2014/main" id="{EB830544-A03D-5DB5-4806-FB32BED86BC5}"/>
              </a:ext>
            </a:extLst>
          </p:cNvPr>
          <p:cNvSpPr/>
          <p:nvPr/>
        </p:nvSpPr>
        <p:spPr>
          <a:xfrm>
            <a:off x="8044815" y="4857321"/>
            <a:ext cx="1038225" cy="267891"/>
          </a:xfrm>
          <a:prstGeom prst="rect">
            <a:avLst/>
          </a:prstGeom>
          <a:solidFill>
            <a:srgbClr val="09122B"/>
          </a:solidFill>
          <a:ln>
            <a:solidFill>
              <a:srgbClr val="09122B"/>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856113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F03374-FDBE-536F-7FC3-BD572BBA1E60}"/>
              </a:ext>
            </a:extLst>
          </p:cNvPr>
          <p:cNvSpPr txBox="1"/>
          <p:nvPr/>
        </p:nvSpPr>
        <p:spPr>
          <a:xfrm>
            <a:off x="499872" y="787382"/>
            <a:ext cx="7900415" cy="1469248"/>
          </a:xfrm>
          <a:prstGeom prst="rect">
            <a:avLst/>
          </a:prstGeom>
          <a:noFill/>
        </p:spPr>
        <p:txBody>
          <a:bodyPr wrap="square">
            <a:spAutoFit/>
          </a:bodyPr>
          <a:lstStyle/>
          <a:p>
            <a:pPr marL="0" indent="0" algn="l">
              <a:lnSpc>
                <a:spcPct val="104000"/>
              </a:lnSpc>
              <a:buNone/>
            </a:pPr>
            <a:r>
              <a:rPr lang="en-US" sz="4400" b="1" dirty="0">
                <a:solidFill>
                  <a:srgbClr val="FFFFFF"/>
                </a:solidFill>
                <a:latin typeface="Syne Bold" pitchFamily="34" charset="0"/>
                <a:ea typeface="Syne Bold" pitchFamily="34" charset="-122"/>
                <a:cs typeface="Syne Bold" pitchFamily="34" charset="-120"/>
              </a:rPr>
              <a:t>Let's Build the Future. </a:t>
            </a:r>
          </a:p>
          <a:p>
            <a:pPr marL="0" indent="0" algn="l">
              <a:lnSpc>
                <a:spcPct val="104000"/>
              </a:lnSpc>
              <a:buNone/>
            </a:pPr>
            <a:r>
              <a:rPr lang="en-US" sz="4400" b="1" dirty="0">
                <a:solidFill>
                  <a:srgbClr val="FFFFFF"/>
                </a:solidFill>
                <a:latin typeface="Syne Bold" pitchFamily="34" charset="0"/>
                <a:ea typeface="Syne Bold" pitchFamily="34" charset="-122"/>
                <a:cs typeface="Syne Bold" pitchFamily="34" charset="-120"/>
              </a:rPr>
              <a:t>Together.</a:t>
            </a:r>
            <a:endParaRPr lang="en-US" sz="4400" dirty="0"/>
          </a:p>
        </p:txBody>
      </p:sp>
      <p:sp>
        <p:nvSpPr>
          <p:cNvPr id="4" name="Rectangle 3">
            <a:extLst>
              <a:ext uri="{FF2B5EF4-FFF2-40B4-BE49-F238E27FC236}">
                <a16:creationId xmlns:a16="http://schemas.microsoft.com/office/drawing/2014/main" id="{81C95205-8DA7-3CB2-E48B-49822A26B1C7}"/>
              </a:ext>
            </a:extLst>
          </p:cNvPr>
          <p:cNvSpPr/>
          <p:nvPr/>
        </p:nvSpPr>
        <p:spPr>
          <a:xfrm>
            <a:off x="8044815" y="4845129"/>
            <a:ext cx="1038225" cy="267891"/>
          </a:xfrm>
          <a:prstGeom prst="rect">
            <a:avLst/>
          </a:prstGeom>
          <a:solidFill>
            <a:srgbClr val="09122B"/>
          </a:solidFill>
          <a:ln>
            <a:solidFill>
              <a:srgbClr val="09122B"/>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5" name="Text 1">
            <a:extLst>
              <a:ext uri="{FF2B5EF4-FFF2-40B4-BE49-F238E27FC236}">
                <a16:creationId xmlns:a16="http://schemas.microsoft.com/office/drawing/2014/main" id="{1854081E-FA9F-ADB4-86A0-18B8ECD93A2C}"/>
              </a:ext>
            </a:extLst>
          </p:cNvPr>
          <p:cNvSpPr/>
          <p:nvPr/>
        </p:nvSpPr>
        <p:spPr>
          <a:xfrm>
            <a:off x="640079" y="2551381"/>
            <a:ext cx="8144935" cy="478780"/>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D9E1FF"/>
                </a:solidFill>
                <a:latin typeface="Arimo" pitchFamily="34" charset="0"/>
                <a:ea typeface="Arimo" pitchFamily="34" charset="-122"/>
                <a:cs typeface="Arimo" pitchFamily="34" charset="-120"/>
              </a:rPr>
              <a:t>Join NexGenu and be part of something extraordinary. Your expertise can shape tomorrow — and we want you on the team.</a:t>
            </a:r>
            <a:endParaRPr lang="en-US" sz="1150" dirty="0"/>
          </a:p>
        </p:txBody>
      </p:sp>
      <p:sp>
        <p:nvSpPr>
          <p:cNvPr id="6" name="Text 4">
            <a:extLst>
              <a:ext uri="{FF2B5EF4-FFF2-40B4-BE49-F238E27FC236}">
                <a16:creationId xmlns:a16="http://schemas.microsoft.com/office/drawing/2014/main" id="{43292A08-65DE-18E0-6625-F2164AD0ED63}"/>
              </a:ext>
            </a:extLst>
          </p:cNvPr>
          <p:cNvSpPr/>
          <p:nvPr/>
        </p:nvSpPr>
        <p:spPr>
          <a:xfrm>
            <a:off x="622129" y="3324912"/>
            <a:ext cx="1760116" cy="219968"/>
          </a:xfrm>
          <a:prstGeom prst="rect">
            <a:avLst/>
          </a:prstGeom>
          <a:noFill/>
          <a:ln/>
        </p:spPr>
        <p:txBody>
          <a:bodyPr wrap="none" lIns="0" tIns="0" rIns="0" bIns="0" rtlCol="0" anchor="t"/>
          <a:lstStyle/>
          <a:p>
            <a:pPr marL="0" indent="0" algn="l">
              <a:lnSpc>
                <a:spcPct val="104000"/>
              </a:lnSpc>
              <a:buNone/>
            </a:pPr>
            <a:r>
              <a:rPr lang="en-US" sz="1350" b="1" dirty="0">
                <a:solidFill>
                  <a:srgbClr val="000000"/>
                </a:solidFill>
                <a:latin typeface="Syne Bold" pitchFamily="34" charset="0"/>
                <a:ea typeface="Syne Bold" pitchFamily="34" charset="-122"/>
                <a:cs typeface="Syne Bold" pitchFamily="34" charset="-120"/>
              </a:rPr>
              <a:t>📧</a:t>
            </a:r>
            <a:r>
              <a:rPr lang="en-US" sz="1350" b="1" dirty="0">
                <a:solidFill>
                  <a:srgbClr val="D9E1FF"/>
                </a:solidFill>
                <a:latin typeface="Syne Bold" pitchFamily="34" charset="0"/>
                <a:ea typeface="Syne Bold" pitchFamily="34" charset="-122"/>
                <a:cs typeface="Syne Bold" pitchFamily="34" charset="-120"/>
              </a:rPr>
              <a:t> Get in Touch</a:t>
            </a:r>
            <a:endParaRPr lang="en-US" sz="1350" dirty="0"/>
          </a:p>
        </p:txBody>
      </p:sp>
      <p:sp>
        <p:nvSpPr>
          <p:cNvPr id="7" name="Text 5">
            <a:extLst>
              <a:ext uri="{FF2B5EF4-FFF2-40B4-BE49-F238E27FC236}">
                <a16:creationId xmlns:a16="http://schemas.microsoft.com/office/drawing/2014/main" id="{2286ABB7-2A8C-0850-730E-B0BEA4142F31}"/>
              </a:ext>
            </a:extLst>
          </p:cNvPr>
          <p:cNvSpPr/>
          <p:nvPr/>
        </p:nvSpPr>
        <p:spPr>
          <a:xfrm>
            <a:off x="693390" y="3628431"/>
            <a:ext cx="5685320" cy="478780"/>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D9E1FF"/>
                </a:solidFill>
                <a:latin typeface="Arimo" pitchFamily="34" charset="0"/>
                <a:ea typeface="Arimo" pitchFamily="34" charset="-122"/>
                <a:cs typeface="Arimo" pitchFamily="34" charset="-120"/>
              </a:rPr>
              <a:t>Reach out to explore how your skills align with our mission.</a:t>
            </a:r>
            <a:endParaRPr lang="en-US" sz="1150" dirty="0"/>
          </a:p>
        </p:txBody>
      </p:sp>
      <p:sp>
        <p:nvSpPr>
          <p:cNvPr id="8" name="Text 8">
            <a:extLst>
              <a:ext uri="{FF2B5EF4-FFF2-40B4-BE49-F238E27FC236}">
                <a16:creationId xmlns:a16="http://schemas.microsoft.com/office/drawing/2014/main" id="{8FF3A48B-2E84-0939-2E4B-6FBF0AB07633}"/>
              </a:ext>
            </a:extLst>
          </p:cNvPr>
          <p:cNvSpPr/>
          <p:nvPr/>
        </p:nvSpPr>
        <p:spPr>
          <a:xfrm>
            <a:off x="5533876" y="3214928"/>
            <a:ext cx="2034778" cy="439936"/>
          </a:xfrm>
          <a:prstGeom prst="rect">
            <a:avLst/>
          </a:prstGeom>
          <a:noFill/>
          <a:ln/>
        </p:spPr>
        <p:txBody>
          <a:bodyPr wrap="square" lIns="0" tIns="0" rIns="0" bIns="0" rtlCol="0" anchor="t">
            <a:normAutofit/>
          </a:bodyPr>
          <a:lstStyle/>
          <a:p>
            <a:pPr marL="0" indent="0" algn="l">
              <a:lnSpc>
                <a:spcPct val="104000"/>
              </a:lnSpc>
              <a:buNone/>
            </a:pPr>
            <a:r>
              <a:rPr lang="en-US" sz="1350" b="1" dirty="0">
                <a:solidFill>
                  <a:srgbClr val="000000"/>
                </a:solidFill>
                <a:latin typeface="Syne Bold" pitchFamily="34" charset="0"/>
                <a:ea typeface="Syne Bold" pitchFamily="34" charset="-122"/>
                <a:cs typeface="Syne Bold" pitchFamily="34" charset="-120"/>
              </a:rPr>
              <a:t>🤝</a:t>
            </a:r>
            <a:r>
              <a:rPr lang="en-US" sz="1350" b="1" dirty="0">
                <a:solidFill>
                  <a:srgbClr val="D9E1FF"/>
                </a:solidFill>
                <a:latin typeface="Syne Bold" pitchFamily="34" charset="0"/>
                <a:ea typeface="Syne Bold" pitchFamily="34" charset="-122"/>
                <a:cs typeface="Syne Bold" pitchFamily="34" charset="-120"/>
              </a:rPr>
              <a:t> Become an Expert</a:t>
            </a:r>
            <a:endParaRPr lang="en-US" sz="1350" dirty="0"/>
          </a:p>
        </p:txBody>
      </p:sp>
      <p:sp>
        <p:nvSpPr>
          <p:cNvPr id="9" name="Text 9">
            <a:extLst>
              <a:ext uri="{FF2B5EF4-FFF2-40B4-BE49-F238E27FC236}">
                <a16:creationId xmlns:a16="http://schemas.microsoft.com/office/drawing/2014/main" id="{99FF1CF0-64C6-5233-70A2-31FBA11B97AF}"/>
              </a:ext>
            </a:extLst>
          </p:cNvPr>
          <p:cNvSpPr/>
          <p:nvPr/>
        </p:nvSpPr>
        <p:spPr>
          <a:xfrm>
            <a:off x="5645233" y="3509674"/>
            <a:ext cx="3251139" cy="671441"/>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D9E1FF"/>
                </a:solidFill>
                <a:latin typeface="Arimo" pitchFamily="34" charset="0"/>
                <a:ea typeface="Arimo" pitchFamily="34" charset="-122"/>
                <a:cs typeface="Arimo" pitchFamily="34" charset="-120"/>
              </a:rPr>
              <a:t>Apply to join our growing network of world-class professionals.</a:t>
            </a:r>
            <a:endParaRPr lang="en-US" sz="1150" dirty="0"/>
          </a:p>
        </p:txBody>
      </p:sp>
      <p:sp>
        <p:nvSpPr>
          <p:cNvPr id="10" name="Shape 10">
            <a:extLst>
              <a:ext uri="{FF2B5EF4-FFF2-40B4-BE49-F238E27FC236}">
                <a16:creationId xmlns:a16="http://schemas.microsoft.com/office/drawing/2014/main" id="{F2791E39-3864-B622-6982-430F69F0F498}"/>
              </a:ext>
            </a:extLst>
          </p:cNvPr>
          <p:cNvSpPr/>
          <p:nvPr/>
        </p:nvSpPr>
        <p:spPr>
          <a:xfrm>
            <a:off x="2602957" y="4177812"/>
            <a:ext cx="4667845" cy="848246"/>
          </a:xfrm>
          <a:prstGeom prst="rect">
            <a:avLst/>
          </a:prstGeom>
          <a:solidFill>
            <a:srgbClr val="2B2952"/>
          </a:solidFill>
          <a:ln/>
        </p:spPr>
        <p:txBody>
          <a:bodyPr/>
          <a:lstStyle/>
          <a:p>
            <a:endParaRPr lang="en-IN"/>
          </a:p>
        </p:txBody>
      </p:sp>
      <p:sp>
        <p:nvSpPr>
          <p:cNvPr id="12" name="Text 12">
            <a:extLst>
              <a:ext uri="{FF2B5EF4-FFF2-40B4-BE49-F238E27FC236}">
                <a16:creationId xmlns:a16="http://schemas.microsoft.com/office/drawing/2014/main" id="{0D02BE50-57D4-E0C1-AE38-3EE2D16F3A94}"/>
              </a:ext>
            </a:extLst>
          </p:cNvPr>
          <p:cNvSpPr/>
          <p:nvPr/>
        </p:nvSpPr>
        <p:spPr>
          <a:xfrm>
            <a:off x="3750670" y="4306397"/>
            <a:ext cx="1923752" cy="219968"/>
          </a:xfrm>
          <a:prstGeom prst="rect">
            <a:avLst/>
          </a:prstGeom>
          <a:noFill/>
          <a:ln/>
        </p:spPr>
        <p:txBody>
          <a:bodyPr wrap="none" lIns="0" tIns="0" rIns="0" bIns="0" rtlCol="0" anchor="t"/>
          <a:lstStyle/>
          <a:p>
            <a:pPr marL="0" indent="0" algn="l">
              <a:lnSpc>
                <a:spcPct val="104000"/>
              </a:lnSpc>
              <a:buNone/>
            </a:pPr>
            <a:r>
              <a:rPr lang="en-US" sz="1350" b="1" dirty="0">
                <a:solidFill>
                  <a:srgbClr val="000000"/>
                </a:solidFill>
                <a:latin typeface="Syne Bold" pitchFamily="34" charset="0"/>
                <a:ea typeface="Syne Bold" pitchFamily="34" charset="-122"/>
                <a:cs typeface="Syne Bold" pitchFamily="34" charset="-120"/>
              </a:rPr>
              <a:t>🚀</a:t>
            </a:r>
            <a:r>
              <a:rPr lang="en-US" sz="1350" b="1" dirty="0">
                <a:solidFill>
                  <a:srgbClr val="D9E1FF"/>
                </a:solidFill>
                <a:latin typeface="Syne Bold" pitchFamily="34" charset="0"/>
                <a:ea typeface="Syne Bold" pitchFamily="34" charset="-122"/>
                <a:cs typeface="Syne Bold" pitchFamily="34" charset="-120"/>
              </a:rPr>
              <a:t> Start the Journey</a:t>
            </a:r>
            <a:endParaRPr lang="en-US" sz="1350" dirty="0"/>
          </a:p>
        </p:txBody>
      </p:sp>
      <p:sp>
        <p:nvSpPr>
          <p:cNvPr id="13" name="Text 13">
            <a:extLst>
              <a:ext uri="{FF2B5EF4-FFF2-40B4-BE49-F238E27FC236}">
                <a16:creationId xmlns:a16="http://schemas.microsoft.com/office/drawing/2014/main" id="{E0DCD6E0-4A44-5E1E-D3B5-4215AE21A6C9}"/>
              </a:ext>
            </a:extLst>
          </p:cNvPr>
          <p:cNvSpPr/>
          <p:nvPr/>
        </p:nvSpPr>
        <p:spPr>
          <a:xfrm>
            <a:off x="2887331" y="4605739"/>
            <a:ext cx="4368701" cy="239390"/>
          </a:xfrm>
          <a:prstGeom prst="rect">
            <a:avLst/>
          </a:prstGeom>
          <a:noFill/>
          <a:ln/>
        </p:spPr>
        <p:txBody>
          <a:bodyPr wrap="none" lIns="0" tIns="0" rIns="0" bIns="0" rtlCol="0" anchor="t"/>
          <a:lstStyle/>
          <a:p>
            <a:pPr marL="0" indent="0" algn="l">
              <a:lnSpc>
                <a:spcPct val="133000"/>
              </a:lnSpc>
              <a:buNone/>
            </a:pPr>
            <a:r>
              <a:rPr lang="en-US" sz="1150" dirty="0">
                <a:solidFill>
                  <a:srgbClr val="D9E1FF"/>
                </a:solidFill>
                <a:latin typeface="Arimo" pitchFamily="34" charset="0"/>
                <a:ea typeface="Arimo" pitchFamily="34" charset="-122"/>
                <a:cs typeface="Arimo" pitchFamily="34" charset="-120"/>
              </a:rPr>
              <a:t>Take the first step towards a career that makes a real impact.</a:t>
            </a:r>
            <a:endParaRPr lang="en-US" sz="1150" dirty="0"/>
          </a:p>
        </p:txBody>
      </p:sp>
    </p:spTree>
    <p:extLst>
      <p:ext uri="{BB962C8B-B14F-4D97-AF65-F5344CB8AC3E}">
        <p14:creationId xmlns:p14="http://schemas.microsoft.com/office/powerpoint/2010/main" val="13766104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680360-EF93-36D4-C22D-A1A812581312}"/>
              </a:ext>
            </a:extLst>
          </p:cNvPr>
          <p:cNvSpPr txBox="1"/>
          <p:nvPr/>
        </p:nvSpPr>
        <p:spPr>
          <a:xfrm>
            <a:off x="2060293" y="1428356"/>
            <a:ext cx="5648445" cy="1323439"/>
          </a:xfrm>
          <a:prstGeom prst="rect">
            <a:avLst/>
          </a:prstGeom>
          <a:noFill/>
        </p:spPr>
        <p:txBody>
          <a:bodyPr wrap="square" rtlCol="0">
            <a:spAutoFit/>
          </a:bodyPr>
          <a:lstStyle/>
          <a:p>
            <a:r>
              <a:rPr lang="en-US" sz="8000" b="1" dirty="0">
                <a:solidFill>
                  <a:srgbClr val="DCE6F8"/>
                </a:solidFill>
              </a:rPr>
              <a:t>THANK YOU </a:t>
            </a:r>
            <a:endParaRPr lang="en-IN" sz="1600" b="1" dirty="0">
              <a:solidFill>
                <a:srgbClr val="DCE6F8"/>
              </a:solidFill>
            </a:endParaRPr>
          </a:p>
        </p:txBody>
      </p:sp>
      <p:sp>
        <p:nvSpPr>
          <p:cNvPr id="3" name="Rectangle 2">
            <a:extLst>
              <a:ext uri="{FF2B5EF4-FFF2-40B4-BE49-F238E27FC236}">
                <a16:creationId xmlns:a16="http://schemas.microsoft.com/office/drawing/2014/main" id="{C2CD71DB-DCFD-0571-0856-65E181EFE90F}"/>
              </a:ext>
            </a:extLst>
          </p:cNvPr>
          <p:cNvSpPr/>
          <p:nvPr/>
        </p:nvSpPr>
        <p:spPr>
          <a:xfrm>
            <a:off x="8044815" y="4845129"/>
            <a:ext cx="1038225" cy="267891"/>
          </a:xfrm>
          <a:prstGeom prst="rect">
            <a:avLst/>
          </a:prstGeom>
          <a:solidFill>
            <a:srgbClr val="09122B"/>
          </a:solidFill>
          <a:ln>
            <a:solidFill>
              <a:srgbClr val="09122B"/>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21AEBEA5-CD88-6CCC-5452-304E6436A4D4}"/>
              </a:ext>
            </a:extLst>
          </p:cNvPr>
          <p:cNvSpPr txBox="1"/>
          <p:nvPr/>
        </p:nvSpPr>
        <p:spPr>
          <a:xfrm>
            <a:off x="518160" y="2982624"/>
            <a:ext cx="8107679" cy="369332"/>
          </a:xfrm>
          <a:prstGeom prst="rect">
            <a:avLst/>
          </a:prstGeom>
          <a:noFill/>
        </p:spPr>
        <p:txBody>
          <a:bodyPr wrap="square" rtlCol="0">
            <a:spAutoFit/>
          </a:bodyPr>
          <a:lstStyle/>
          <a:p>
            <a:pPr algn="ctr"/>
            <a:r>
              <a:rPr lang="en-US" dirty="0">
                <a:solidFill>
                  <a:srgbClr val="DCE6F8"/>
                </a:solidFill>
              </a:rPr>
              <a:t>Now the Founder of </a:t>
            </a:r>
            <a:r>
              <a:rPr lang="en-IN" dirty="0">
                <a:solidFill>
                  <a:srgbClr val="DCE6F8"/>
                </a:solidFill>
              </a:rPr>
              <a:t>NEXGENU to </a:t>
            </a:r>
            <a:r>
              <a:rPr lang="en-US" dirty="0">
                <a:solidFill>
                  <a:srgbClr val="DCE6F8"/>
                </a:solidFill>
              </a:rPr>
              <a:t>take us into Live Demonstration of our model</a:t>
            </a:r>
            <a:endParaRPr lang="en-IN" dirty="0">
              <a:solidFill>
                <a:srgbClr val="DCE6F8"/>
              </a:solidFill>
            </a:endParaRPr>
          </a:p>
        </p:txBody>
      </p:sp>
    </p:spTree>
    <p:extLst>
      <p:ext uri="{BB962C8B-B14F-4D97-AF65-F5344CB8AC3E}">
        <p14:creationId xmlns:p14="http://schemas.microsoft.com/office/powerpoint/2010/main" val="1654718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4000"/>
                                  </p:stCondLst>
                                  <p:childTnLst>
                                    <p:set>
                                      <p:cBhvr>
                                        <p:cTn id="6" dur="1" fill="hold">
                                          <p:stCondLst>
                                            <p:cond delay="0"/>
                                          </p:stCondLst>
                                        </p:cTn>
                                        <p:tgtEl>
                                          <p:spTgt spid="4"/>
                                        </p:tgtEl>
                                        <p:attrNameLst>
                                          <p:attrName>style.visibility</p:attrName>
                                        </p:attrNameLst>
                                      </p:cBhvr>
                                      <p:to>
                                        <p:strVal val="visible"/>
                                      </p:to>
                                    </p:set>
                                    <p:animEffect transition="in" filter="barn(outVertical)">
                                      <p:cBhvr>
                                        <p:cTn id="7" dur="1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496</TotalTime>
  <Words>1514</Words>
  <Application>Microsoft Office PowerPoint</Application>
  <PresentationFormat>On-screen Show (16:9)</PresentationFormat>
  <Paragraphs>179</Paragraphs>
  <Slides>23</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Arimo</vt:lpstr>
      <vt:lpstr>Syne Bold</vt:lpstr>
      <vt:lpstr>Mona Sans SemiBold</vt:lpstr>
      <vt:lpstr>Ovo</vt:lpstr>
      <vt:lpstr>Schibsted Grotesk</vt:lpstr>
      <vt:lpstr>Mona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Windows</dc:creator>
  <cp:lastModifiedBy>hk1362002@gmail.com</cp:lastModifiedBy>
  <cp:revision>2</cp:revision>
  <dcterms:created xsi:type="dcterms:W3CDTF">2026-05-23T11:02:47Z</dcterms:created>
  <dcterms:modified xsi:type="dcterms:W3CDTF">2026-05-26T16:40:24Z</dcterms:modified>
</cp:coreProperties>
</file>